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media/image2.jpeg" ContentType="image/jpeg"/>
  <Override PartName="/ppt/theme/theme2.xml" ContentType="application/vnd.openxmlformats-officedocument.them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3004800" cy="97536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lvl1pPr>
    <a:lvl2pPr marL="0" marR="0" indent="22860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lvl2pPr>
    <a:lvl3pPr marL="0" marR="0" indent="45720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lvl3pPr>
    <a:lvl4pPr marL="0" marR="0" indent="68580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lvl4pPr>
    <a:lvl5pPr marL="0" marR="0" indent="91440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lvl5pPr>
    <a:lvl6pPr marL="0" marR="0" indent="114300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lvl6pPr>
    <a:lvl7pPr marL="0" marR="0" indent="137160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lvl7pPr>
    <a:lvl8pPr marL="0" marR="0" indent="160020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lvl8pPr>
    <a:lvl9pPr marL="0" marR="0" indent="182880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wholeTbl>
    <a:band2H>
      <a:tcTxStyle b="def" i="def"/>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89847F"/>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525252"/>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chemeClr val="accent5">
              <a:hueOff val="-375889"/>
              <a:satOff val="-9195"/>
              <a:lumOff val="-14901"/>
            </a:schemeClr>
          </a:solidFill>
        </a:fill>
      </a:tcStyle>
    </a:firstRow>
  </a:tblStyle>
  <a:tblStyle styleId="{C7B018BB-80A7-4F77-B60F-C8B233D01FF8}" styleName="">
    <a:tblBg/>
    <a:wholeTbl>
      <a:tcTxStyle b="off" i="off">
        <a:font>
          <a:latin typeface="Palatino"/>
          <a:ea typeface="Palatino"/>
          <a:cs typeface="Palatino"/>
        </a:font>
        <a:srgbClr val="414141"/>
      </a:tcTxStyle>
      <a:tcStyle>
        <a:tcBdr>
          <a:left>
            <a:ln w="25400" cap="rnd">
              <a:solidFill>
                <a:srgbClr val="C9C3BA"/>
              </a:solidFill>
              <a:custDash>
                <a:ds d="100000" sp="200000"/>
              </a:custDash>
              <a:miter lim="400000"/>
            </a:ln>
          </a:left>
          <a:right>
            <a:ln w="25400" cap="rnd">
              <a:solidFill>
                <a:srgbClr val="C9C3BA"/>
              </a:solidFill>
              <a:custDash>
                <a:ds d="100000" sp="200000"/>
              </a:custDash>
              <a:miter lim="400000"/>
            </a:ln>
          </a:right>
          <a:top>
            <a:ln w="25400" cap="rnd">
              <a:solidFill>
                <a:srgbClr val="C9C3BA"/>
              </a:solidFill>
              <a:custDash>
                <a:ds d="100000" sp="200000"/>
              </a:custDash>
              <a:miter lim="400000"/>
            </a:ln>
          </a:top>
          <a:bottom>
            <a:ln w="25400" cap="rnd">
              <a:solidFill>
                <a:srgbClr val="C9C3BA"/>
              </a:solidFill>
              <a:custDash>
                <a:ds d="100000" sp="200000"/>
              </a:custDash>
              <a:miter lim="400000"/>
            </a:ln>
          </a:bottom>
          <a:insideH>
            <a:ln w="25400" cap="rnd">
              <a:solidFill>
                <a:srgbClr val="C9C3BA"/>
              </a:solidFill>
              <a:custDash>
                <a:ds d="100000" sp="200000"/>
              </a:custDash>
              <a:miter lim="400000"/>
            </a:ln>
          </a:insideH>
          <a:insideV>
            <a:ln w="25400" cap="rnd">
              <a:solidFill>
                <a:srgbClr val="C9C3BA"/>
              </a:solidFill>
              <a:custDash>
                <a:ds d="100000" sp="200000"/>
              </a:custDash>
              <a:miter lim="400000"/>
            </a:ln>
          </a:insideV>
        </a:tcBdr>
        <a:fill>
          <a:noFill/>
        </a:fill>
      </a:tcStyle>
    </a:wholeTbl>
    <a:band2H>
      <a:tcTxStyle b="def" i="def"/>
      <a:tcStyle>
        <a:tcBdr/>
        <a:fill>
          <a:solidFill>
            <a:srgbClr val="C9C3BA">
              <a:alpha val="75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solidFill>
                <a:srgbClr val="FFFFFF">
                  <a:alpha val="50000"/>
                </a:srgbClr>
              </a:solidFill>
              <a:prstDash val="solid"/>
              <a:miter lim="400000"/>
            </a:ln>
          </a:insideV>
        </a:tcBdr>
        <a:fill>
          <a:noFill/>
        </a:fill>
      </a:tcStyle>
    </a:firstCol>
    <a:la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FFFFFF">
                  <a:alpha val="50000"/>
                </a:srgbClr>
              </a:solidFill>
              <a:prstDash val="solid"/>
              <a:miter lim="400000"/>
            </a:ln>
          </a:insideH>
          <a:insideV>
            <a:ln w="12700" cap="flat">
              <a:noFill/>
              <a:miter lim="400000"/>
            </a:ln>
          </a:insideV>
        </a:tcBdr>
        <a:fill>
          <a:noFill/>
        </a:fill>
      </a:tcStyle>
    </a:firstRow>
  </a:tblStyle>
  <a:tblStyle styleId="{EEE7283C-3CF3-47DC-8721-378D4A62B228}"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C9C3BA"/>
              </a:solidFill>
              <a:prstDash val="solid"/>
              <a:miter lim="400000"/>
            </a:ln>
          </a:top>
          <a:bottom>
            <a:ln w="12700" cap="flat">
              <a:solidFill>
                <a:srgbClr val="C9C3BA"/>
              </a:solidFill>
              <a:prstDash val="solid"/>
              <a:miter lim="400000"/>
            </a:ln>
          </a:bottom>
          <a:insideH>
            <a:ln w="12700" cap="flat">
              <a:solidFill>
                <a:srgbClr val="C9C3BA"/>
              </a:solidFill>
              <a:prstDash val="solid"/>
              <a:miter lim="400000"/>
            </a:ln>
          </a:insideH>
          <a:insideV>
            <a:ln w="12700" cap="flat">
              <a:noFill/>
              <a:miter lim="400000"/>
            </a:ln>
          </a:insideV>
        </a:tcBdr>
        <a:fill>
          <a:noFill/>
        </a:fill>
      </a:tcStyle>
    </a:wholeTbl>
    <a:band2H>
      <a:tcTxStyle b="def" i="def"/>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939D60"/>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525252"/>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chemeClr val="accent3">
              <a:hueOff val="708446"/>
              <a:satOff val="-4821"/>
              <a:lumOff val="-14251"/>
            </a:schemeClr>
          </a:solidFill>
        </a:fill>
      </a:tcStyle>
    </a:firstRow>
  </a:tblStyle>
  <a:tblStyle styleId="{CF821DB8-F4EB-4A41-A1BA-3FCAFE7338EE}" styleName="">
    <a:tblBg/>
    <a:wholeTbl>
      <a:tcTxStyle b="off" i="off">
        <a:font>
          <a:latin typeface="Palatino"/>
          <a:ea typeface="Palatino"/>
          <a:cs typeface="Palatino"/>
        </a:font>
        <a:srgbClr val="414141"/>
      </a:tcTxStyle>
      <a:tcStyle>
        <a:tcBdr>
          <a:left>
            <a:ln w="12700" cap="flat">
              <a:solidFill>
                <a:schemeClr val="accent1">
                  <a:hueOff val="-113918"/>
                  <a:satOff val="19024"/>
                  <a:lumOff val="19749"/>
                </a:schemeClr>
              </a:solidFill>
              <a:prstDash val="solid"/>
              <a:miter lim="400000"/>
            </a:ln>
          </a:left>
          <a:right>
            <a:ln w="12700" cap="flat">
              <a:solidFill>
                <a:schemeClr val="accent1">
                  <a:hueOff val="-113918"/>
                  <a:satOff val="19024"/>
                  <a:lumOff val="19749"/>
                </a:schemeClr>
              </a:solidFill>
              <a:prstDash val="solid"/>
              <a:miter lim="400000"/>
            </a:ln>
          </a:right>
          <a:top>
            <a:ln w="12700" cap="flat">
              <a:solidFill>
                <a:schemeClr val="accent1">
                  <a:hueOff val="-113918"/>
                  <a:satOff val="19024"/>
                  <a:lumOff val="19749"/>
                </a:schemeClr>
              </a:solidFill>
              <a:prstDash val="solid"/>
              <a:miter lim="400000"/>
            </a:ln>
          </a:top>
          <a:bottom>
            <a:ln w="12700" cap="flat">
              <a:solidFill>
                <a:schemeClr val="accent1">
                  <a:hueOff val="-113918"/>
                  <a:satOff val="19024"/>
                  <a:lumOff val="19749"/>
                </a:schemeClr>
              </a:solidFill>
              <a:prstDash val="solid"/>
              <a:miter lim="400000"/>
            </a:ln>
          </a:bottom>
          <a:insideH>
            <a:ln w="12700" cap="flat">
              <a:solidFill>
                <a:schemeClr val="accent1">
                  <a:hueOff val="-113918"/>
                  <a:satOff val="19024"/>
                  <a:lumOff val="19749"/>
                </a:schemeClr>
              </a:solidFill>
              <a:prstDash val="solid"/>
              <a:miter lim="400000"/>
            </a:ln>
          </a:insideH>
          <a:insideV>
            <a:ln w="12700" cap="flat">
              <a:solidFill>
                <a:schemeClr val="accent1">
                  <a:hueOff val="-113918"/>
                  <a:satOff val="19024"/>
                  <a:lumOff val="19749"/>
                </a:schemeClr>
              </a:solidFill>
              <a:prstDash val="solid"/>
              <a:miter lim="400000"/>
            </a:ln>
          </a:insideV>
        </a:tcBdr>
        <a:fill>
          <a:noFill/>
        </a:fill>
      </a:tcStyle>
    </a:wholeTbl>
    <a:band2H>
      <a:tcTxStyle b="def" i="def"/>
      <a:tcStyle>
        <a:tcBdr/>
        <a:fill>
          <a:solidFill>
            <a:schemeClr val="accent1">
              <a:hueOff val="-113918"/>
              <a:satOff val="19024"/>
              <a:lumOff val="19749"/>
              <a:alpha val="35000"/>
            </a:scheme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738AAF"/>
          </a:solidFill>
        </a:fill>
      </a:tcStyle>
    </a:firstCol>
    <a:la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chemeClr val="accent1">
                  <a:hueOff val="-113918"/>
                  <a:satOff val="19024"/>
                  <a:lumOff val="19749"/>
                </a:schemeClr>
              </a:solidFill>
              <a:prstDash val="solid"/>
              <a:miter lim="400000"/>
            </a:ln>
          </a:insideH>
          <a:insideV>
            <a:ln w="12700" cap="flat">
              <a:noFill/>
              <a:miter lim="400000"/>
            </a:ln>
          </a:insideV>
        </a:tcBdr>
        <a:fill>
          <a:solidFill>
            <a:schemeClr val="accent1">
              <a:hueOff val="369196"/>
              <a:satOff val="13972"/>
              <a:lumOff val="-24493"/>
            </a:schemeClr>
          </a:solid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chemeClr val="accent1">
                  <a:hueOff val="-113918"/>
                  <a:satOff val="19024"/>
                  <a:lumOff val="19749"/>
                </a:schemeClr>
              </a:solidFill>
              <a:prstDash val="solid"/>
              <a:miter lim="400000"/>
            </a:ln>
          </a:insideH>
          <a:insideV>
            <a:ln w="12700" cap="flat">
              <a:noFill/>
              <a:miter lim="400000"/>
            </a:ln>
          </a:insideV>
        </a:tcBdr>
        <a:fill>
          <a:solidFill>
            <a:schemeClr val="accent1">
              <a:hueOff val="369194"/>
              <a:satOff val="6343"/>
              <a:lumOff val="-13963"/>
            </a:schemeClr>
          </a:solidFill>
        </a:fill>
      </a:tcStyle>
    </a:firstRow>
  </a:tblStyle>
  <a:tblStyle styleId="{33BA23B1-9221-436E-865A-0063620EA4FD}" styleName="">
    <a:tblBg/>
    <a:wholeTbl>
      <a:tcTxStyle b="off" i="off">
        <a:font>
          <a:latin typeface="Palatino"/>
          <a:ea typeface="Palatino"/>
          <a:cs typeface="Palatino"/>
        </a:font>
        <a:srgbClr val="414141"/>
      </a:tcTxStyle>
      <a:tcStyle>
        <a:tcBdr>
          <a:left>
            <a:ln w="12700" cap="flat">
              <a:solidFill>
                <a:srgbClr val="C9C3BA"/>
              </a:solidFill>
              <a:prstDash val="solid"/>
              <a:miter lim="400000"/>
            </a:ln>
          </a:left>
          <a:right>
            <a:ln w="12700" cap="flat">
              <a:solidFill>
                <a:srgbClr val="C9C3BA"/>
              </a:solidFill>
              <a:prstDash val="solid"/>
              <a:miter lim="400000"/>
            </a:ln>
          </a:right>
          <a:top>
            <a:ln w="12700" cap="flat">
              <a:solidFill>
                <a:srgbClr val="C9C3BA"/>
              </a:solidFill>
              <a:prstDash val="solid"/>
              <a:miter lim="400000"/>
            </a:ln>
          </a:top>
          <a:bottom>
            <a:ln w="12700" cap="flat">
              <a:solidFill>
                <a:srgbClr val="C9C3BA"/>
              </a:solidFill>
              <a:prstDash val="solid"/>
              <a:miter lim="400000"/>
            </a:ln>
          </a:bottom>
          <a:insideH>
            <a:ln w="12700" cap="flat">
              <a:solidFill>
                <a:srgbClr val="C9C3BA"/>
              </a:solidFill>
              <a:prstDash val="solid"/>
              <a:miter lim="400000"/>
            </a:ln>
          </a:insideH>
          <a:insideV>
            <a:ln w="12700" cap="flat">
              <a:solidFill>
                <a:srgbClr val="C9C3BA"/>
              </a:solidFill>
              <a:prstDash val="solid"/>
              <a:miter lim="400000"/>
            </a:ln>
          </a:insideV>
        </a:tcBdr>
        <a:fill>
          <a:noFill/>
        </a:fill>
      </a:tcStyle>
    </a:wholeTbl>
    <a:band2H>
      <a:tcTxStyle b="def" i="def"/>
      <a:tcStyle>
        <a:tcBdr/>
        <a:fill>
          <a:solidFill>
            <a:srgbClr val="C9C3BA">
              <a:alpha val="50000"/>
            </a:srgbClr>
          </a:solidFill>
        </a:fill>
      </a:tcStyle>
    </a:band2H>
    <a:firstCol>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66635F"/>
          </a:solid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000000"/>
              </a:solidFill>
              <a:prstDash val="solid"/>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solidFill>
                <a:srgbClr val="C9C3BA"/>
              </a:solidFill>
              <a:prstDash val="solid"/>
              <a:miter lim="400000"/>
            </a:ln>
          </a:insideH>
          <a:insideV>
            <a:ln w="12700" cap="flat">
              <a:noFill/>
              <a:miter lim="400000"/>
            </a:ln>
          </a:insideV>
        </a:tcBdr>
        <a:fill>
          <a:solidFill>
            <a:srgbClr val="89847F"/>
          </a:solidFill>
        </a:fill>
      </a:tcStyle>
    </a:firstRow>
  </a:tblStyle>
  <a:tblStyle styleId="{2708684C-4D16-4618-839F-0558EEFCDFE6}" styleName="">
    <a:tblBg/>
    <a:wholeTbl>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solidFill>
                <a:srgbClr val="89847F"/>
              </a:solidFill>
              <a:custDash>
                <a:ds d="200000" sp="200000"/>
              </a:custDash>
              <a:miter lim="400000"/>
            </a:ln>
          </a:top>
          <a:bottom>
            <a:ln w="12700" cap="flat">
              <a:solidFill>
                <a:srgbClr val="89847F"/>
              </a:solidFill>
              <a:custDash>
                <a:ds d="200000" sp="200000"/>
              </a:custDash>
              <a:miter lim="400000"/>
            </a:ln>
          </a:bottom>
          <a:insideH>
            <a:ln w="12700" cap="flat">
              <a:solidFill>
                <a:srgbClr val="89847F"/>
              </a:solidFill>
              <a:custDash>
                <a:ds d="200000" sp="200000"/>
              </a:custDash>
              <a:miter lim="400000"/>
            </a:ln>
          </a:insideH>
          <a:insideV>
            <a:ln w="12700" cap="flat">
              <a:noFill/>
              <a:miter lim="400000"/>
            </a:ln>
          </a:insideV>
        </a:tcBdr>
        <a:fill>
          <a:noFill/>
        </a:fill>
      </a:tcStyle>
    </a:wholeTbl>
    <a:band2H>
      <a:tcTxStyle b="def" i="def"/>
      <a:tcStyle>
        <a:tcBdr/>
        <a:fill>
          <a:solidFill>
            <a:srgbClr val="C9C3BA">
              <a:alpha val="35000"/>
            </a:srgbClr>
          </a:solidFill>
        </a:fill>
      </a:tcStyle>
    </a:band2H>
    <a:firstCol>
      <a:tcTxStyle b="off" i="off">
        <a:font>
          <a:latin typeface="Palatino"/>
          <a:ea typeface="Palatino"/>
          <a:cs typeface="Palatino"/>
        </a:font>
        <a:srgbClr val="414141"/>
      </a:tcTxStyle>
      <a:tcStyle>
        <a:tcBdr>
          <a:left>
            <a:ln w="12700" cap="flat">
              <a:noFill/>
              <a:miter lim="400000"/>
            </a:ln>
          </a:left>
          <a:right>
            <a:ln w="25400" cap="flat">
              <a:solidFill>
                <a:srgbClr val="000000"/>
              </a:solidFill>
              <a:prstDash val="solid"/>
              <a:miter lim="400000"/>
            </a:ln>
          </a:right>
          <a:top>
            <a:ln w="12700" cap="flat">
              <a:solidFill>
                <a:srgbClr val="89847F"/>
              </a:solidFill>
              <a:custDash>
                <a:ds d="200000" sp="200000"/>
              </a:custDash>
              <a:miter lim="400000"/>
            </a:ln>
          </a:top>
          <a:bottom>
            <a:ln w="12700" cap="flat">
              <a:solidFill>
                <a:srgbClr val="89847F"/>
              </a:solidFill>
              <a:custDash>
                <a:ds d="200000" sp="200000"/>
              </a:custDash>
              <a:miter lim="400000"/>
            </a:ln>
          </a:bottom>
          <a:insideH>
            <a:ln w="12700" cap="flat">
              <a:solidFill>
                <a:srgbClr val="89847F"/>
              </a:solidFill>
              <a:custDash>
                <a:ds d="200000" sp="200000"/>
              </a:custDash>
              <a:miter lim="400000"/>
            </a:ln>
          </a:insideH>
          <a:insideV>
            <a:ln w="12700" cap="flat">
              <a:noFill/>
              <a:miter lim="400000"/>
            </a:ln>
          </a:insideV>
        </a:tcBdr>
        <a:fill>
          <a:noFill/>
        </a:fill>
      </a:tcStyle>
    </a:firstCol>
    <a:la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25400" cap="flat">
              <a:solidFill>
                <a:srgbClr val="000000"/>
              </a:solidFill>
              <a:prstDash val="solid"/>
              <a:miter lim="400000"/>
            </a:ln>
          </a:top>
          <a:bottom>
            <a:ln w="12700" cap="flat">
              <a:noFill/>
              <a:miter lim="400000"/>
            </a:ln>
          </a:bottom>
          <a:insideH>
            <a:ln w="12700" cap="flat">
              <a:solidFill>
                <a:srgbClr val="89847F"/>
              </a:solidFill>
              <a:prstDash val="solid"/>
              <a:miter lim="400000"/>
            </a:ln>
          </a:insideH>
          <a:insideV>
            <a:ln w="12700" cap="flat">
              <a:noFill/>
              <a:miter lim="400000"/>
            </a:ln>
          </a:insideV>
        </a:tcBdr>
        <a:fill>
          <a:noFill/>
        </a:fill>
      </a:tcStyle>
    </a:lastRow>
    <a:firstRow>
      <a:tcTxStyle b="off" i="off">
        <a:font>
          <a:latin typeface="Palatino"/>
          <a:ea typeface="Palatino"/>
          <a:cs typeface="Palatino"/>
        </a:font>
        <a:srgbClr val="414141"/>
      </a:tcTxStyle>
      <a:tcStyle>
        <a:tcBdr>
          <a:left>
            <a:ln w="12700" cap="flat">
              <a:noFill/>
              <a:miter lim="400000"/>
            </a:ln>
          </a:left>
          <a:right>
            <a:ln w="12700" cap="flat">
              <a:noFill/>
              <a:miter lim="400000"/>
            </a:ln>
          </a:right>
          <a:top>
            <a:ln w="12700" cap="flat">
              <a:noFill/>
              <a:miter lim="400000"/>
            </a:ln>
          </a:top>
          <a:bottom>
            <a:ln w="25400" cap="flat">
              <a:solidFill>
                <a:srgbClr val="000000"/>
              </a:solidFill>
              <a:prstDash val="solid"/>
              <a:miter lim="400000"/>
            </a:ln>
          </a:bottom>
          <a:insideH>
            <a:ln w="12700" cap="flat">
              <a:solidFill>
                <a:srgbClr val="89847F"/>
              </a:solidFill>
              <a:prstDash val="solid"/>
              <a:miter lim="400000"/>
            </a:ln>
          </a:insideH>
          <a:insideV>
            <a:ln w="12700" cap="flat">
              <a:noFill/>
              <a:miter lim="400000"/>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41" name="Shape 141"/>
          <p:cNvSpPr/>
          <p:nvPr>
            <p:ph type="sldImg"/>
          </p:nvPr>
        </p:nvSpPr>
        <p:spPr>
          <a:xfrm>
            <a:off x="1143000" y="685800"/>
            <a:ext cx="4572000" cy="3429000"/>
          </a:xfrm>
          <a:prstGeom prst="rect">
            <a:avLst/>
          </a:prstGeom>
        </p:spPr>
        <p:txBody>
          <a:bodyPr/>
          <a:lstStyle/>
          <a:p>
            <a:pPr/>
          </a:p>
        </p:txBody>
      </p:sp>
      <p:sp>
        <p:nvSpPr>
          <p:cNvPr id="142" name="Shape 14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Helvetica Neue"/>
        <a:ea typeface="Helvetica Neue"/>
        <a:cs typeface="Helvetica Neue"/>
        <a:sym typeface="Helvetica Neue"/>
      </a:defRPr>
    </a:lvl1pPr>
    <a:lvl2pPr indent="228600" defTabSz="457200" latinLnBrk="0">
      <a:lnSpc>
        <a:spcPct val="117999"/>
      </a:lnSpc>
      <a:defRPr sz="2200">
        <a:latin typeface="Helvetica Neue"/>
        <a:ea typeface="Helvetica Neue"/>
        <a:cs typeface="Helvetica Neue"/>
        <a:sym typeface="Helvetica Neue"/>
      </a:defRPr>
    </a:lvl2pPr>
    <a:lvl3pPr indent="457200" defTabSz="457200" latinLnBrk="0">
      <a:lnSpc>
        <a:spcPct val="117999"/>
      </a:lnSpc>
      <a:defRPr sz="2200">
        <a:latin typeface="Helvetica Neue"/>
        <a:ea typeface="Helvetica Neue"/>
        <a:cs typeface="Helvetica Neue"/>
        <a:sym typeface="Helvetica Neue"/>
      </a:defRPr>
    </a:lvl3pPr>
    <a:lvl4pPr indent="685800" defTabSz="457200" latinLnBrk="0">
      <a:lnSpc>
        <a:spcPct val="117999"/>
      </a:lnSpc>
      <a:defRPr sz="2200">
        <a:latin typeface="Helvetica Neue"/>
        <a:ea typeface="Helvetica Neue"/>
        <a:cs typeface="Helvetica Neue"/>
        <a:sym typeface="Helvetica Neue"/>
      </a:defRPr>
    </a:lvl4pPr>
    <a:lvl5pPr indent="914400" defTabSz="457200" latinLnBrk="0">
      <a:lnSpc>
        <a:spcPct val="117999"/>
      </a:lnSpc>
      <a:defRPr sz="2200">
        <a:latin typeface="Helvetica Neue"/>
        <a:ea typeface="Helvetica Neue"/>
        <a:cs typeface="Helvetica Neue"/>
        <a:sym typeface="Helvetica Neue"/>
      </a:defRPr>
    </a:lvl5pPr>
    <a:lvl6pPr indent="1143000" defTabSz="457200" latinLnBrk="0">
      <a:lnSpc>
        <a:spcPct val="117999"/>
      </a:lnSpc>
      <a:defRPr sz="2200">
        <a:latin typeface="Helvetica Neue"/>
        <a:ea typeface="Helvetica Neue"/>
        <a:cs typeface="Helvetica Neue"/>
        <a:sym typeface="Helvetica Neue"/>
      </a:defRPr>
    </a:lvl6pPr>
    <a:lvl7pPr indent="1371600" defTabSz="457200" latinLnBrk="0">
      <a:lnSpc>
        <a:spcPct val="117999"/>
      </a:lnSpc>
      <a:defRPr sz="2200">
        <a:latin typeface="Helvetica Neue"/>
        <a:ea typeface="Helvetica Neue"/>
        <a:cs typeface="Helvetica Neue"/>
        <a:sym typeface="Helvetica Neue"/>
      </a:defRPr>
    </a:lvl7pPr>
    <a:lvl8pPr indent="1600200" defTabSz="457200" latinLnBrk="0">
      <a:lnSpc>
        <a:spcPct val="117999"/>
      </a:lnSpc>
      <a:defRPr sz="2200">
        <a:latin typeface="Helvetica Neue"/>
        <a:ea typeface="Helvetica Neue"/>
        <a:cs typeface="Helvetica Neue"/>
        <a:sym typeface="Helvetica Neue"/>
      </a:defRPr>
    </a:lvl8pPr>
    <a:lvl9pPr indent="1828800" defTabSz="457200" latinLnBrk="0">
      <a:lnSpc>
        <a:spcPct val="117999"/>
      </a:lnSpc>
      <a:defRPr sz="2200">
        <a:latin typeface="Helvetica Neue"/>
        <a:ea typeface="Helvetica Neue"/>
        <a:cs typeface="Helvetica Neue"/>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0" showMasterPhAnim="1">
  <p:cSld name="Title &amp; Subtitle">
    <p:spTree>
      <p:nvGrpSpPr>
        <p:cNvPr id="1" name=""/>
        <p:cNvGrpSpPr/>
        <p:nvPr/>
      </p:nvGrpSpPr>
      <p:grpSpPr>
        <a:xfrm>
          <a:off x="0" y="0"/>
          <a:ext cx="0" cy="0"/>
          <a:chOff x="0" y="0"/>
          <a:chExt cx="0" cy="0"/>
        </a:xfrm>
      </p:grpSpPr>
      <p:sp>
        <p:nvSpPr>
          <p:cNvPr id="13" name="Line"/>
          <p:cNvSpPr/>
          <p:nvPr/>
        </p:nvSpPr>
        <p:spPr>
          <a:xfrm>
            <a:off x="508000" y="6591300"/>
            <a:ext cx="11999453"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14" name="Line"/>
          <p:cNvSpPr/>
          <p:nvPr/>
        </p:nvSpPr>
        <p:spPr>
          <a:xfrm>
            <a:off x="508000" y="4089400"/>
            <a:ext cx="12000019"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15" name="Line"/>
          <p:cNvSpPr/>
          <p:nvPr/>
        </p:nvSpPr>
        <p:spPr>
          <a:xfrm flipV="1">
            <a:off x="7994302" y="4526255"/>
            <a:ext cx="1" cy="1642759"/>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16" name="Lorem Ipsum Dolor"/>
          <p:cNvSpPr txBox="1"/>
          <p:nvPr>
            <p:ph type="body" sz="quarter" idx="21"/>
          </p:nvPr>
        </p:nvSpPr>
        <p:spPr>
          <a:xfrm>
            <a:off x="508000" y="3505200"/>
            <a:ext cx="7200900" cy="508000"/>
          </a:xfrm>
          <a:prstGeom prst="rect">
            <a:avLst/>
          </a:prstGeom>
        </p:spPr>
        <p:txBody>
          <a:bodyPr>
            <a:spAutoFit/>
          </a:bodyPr>
          <a:lstStyle>
            <a:lvl1pPr marL="0" indent="0">
              <a:lnSpc>
                <a:spcPct val="110000"/>
              </a:lnSpc>
              <a:spcBef>
                <a:spcPts val="0"/>
              </a:spcBef>
              <a:buClrTx/>
              <a:buSzTx/>
              <a:buFontTx/>
              <a:buNone/>
              <a:defRPr i="1" sz="2400"/>
            </a:lvl1pPr>
          </a:lstStyle>
          <a:p>
            <a:pPr/>
            <a:r>
              <a:t>Lorem Ipsum Dolor</a:t>
            </a:r>
          </a:p>
        </p:txBody>
      </p:sp>
      <p:sp>
        <p:nvSpPr>
          <p:cNvPr id="17" name="Title Text"/>
          <p:cNvSpPr txBox="1"/>
          <p:nvPr>
            <p:ph type="title"/>
          </p:nvPr>
        </p:nvSpPr>
        <p:spPr>
          <a:xfrm>
            <a:off x="508000" y="4140200"/>
            <a:ext cx="7200900" cy="2413000"/>
          </a:xfrm>
          <a:prstGeom prst="rect">
            <a:avLst/>
          </a:prstGeom>
        </p:spPr>
        <p:txBody>
          <a:bodyPr/>
          <a:lstStyle>
            <a:lvl1pPr algn="l"/>
          </a:lstStyle>
          <a:p>
            <a:pPr/>
            <a:r>
              <a:t>Title Text</a:t>
            </a:r>
          </a:p>
        </p:txBody>
      </p:sp>
      <p:sp>
        <p:nvSpPr>
          <p:cNvPr id="18" name="Body Level One…"/>
          <p:cNvSpPr txBox="1"/>
          <p:nvPr>
            <p:ph type="body" sz="quarter" idx="1"/>
          </p:nvPr>
        </p:nvSpPr>
        <p:spPr>
          <a:xfrm>
            <a:off x="8280400" y="4140200"/>
            <a:ext cx="4241800" cy="2413000"/>
          </a:xfrm>
          <a:prstGeom prst="rect">
            <a:avLst/>
          </a:prstGeom>
        </p:spPr>
        <p:txBody>
          <a:bodyPr/>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hoto - Horizontal">
    <p:spTree>
      <p:nvGrpSpPr>
        <p:cNvPr id="1" name=""/>
        <p:cNvGrpSpPr/>
        <p:nvPr/>
      </p:nvGrpSpPr>
      <p:grpSpPr>
        <a:xfrm>
          <a:off x="0" y="0"/>
          <a:ext cx="0" cy="0"/>
          <a:chOff x="0" y="0"/>
          <a:chExt cx="0" cy="0"/>
        </a:xfrm>
      </p:grpSpPr>
      <p:sp>
        <p:nvSpPr>
          <p:cNvPr id="26" name="Line"/>
          <p:cNvSpPr/>
          <p:nvPr/>
        </p:nvSpPr>
        <p:spPr>
          <a:xfrm flipV="1">
            <a:off x="7994302" y="7053555"/>
            <a:ext cx="1" cy="1642759"/>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27" name="Line"/>
          <p:cNvSpPr/>
          <p:nvPr/>
        </p:nvSpPr>
        <p:spPr>
          <a:xfrm>
            <a:off x="508000" y="9131300"/>
            <a:ext cx="11999453"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28" name="Line"/>
          <p:cNvSpPr/>
          <p:nvPr/>
        </p:nvSpPr>
        <p:spPr>
          <a:xfrm>
            <a:off x="508000" y="6629400"/>
            <a:ext cx="12000019"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29" name="Line"/>
          <p:cNvSpPr/>
          <p:nvPr/>
        </p:nvSpPr>
        <p:spPr>
          <a:xfrm flipV="1">
            <a:off x="7994302" y="7053555"/>
            <a:ext cx="1" cy="1642759"/>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30" name="Lorem Ipsum Dolor"/>
          <p:cNvSpPr txBox="1"/>
          <p:nvPr>
            <p:ph type="body" sz="quarter" idx="21"/>
          </p:nvPr>
        </p:nvSpPr>
        <p:spPr>
          <a:xfrm>
            <a:off x="508000" y="6096000"/>
            <a:ext cx="7200900" cy="508000"/>
          </a:xfrm>
          <a:prstGeom prst="rect">
            <a:avLst/>
          </a:prstGeom>
        </p:spPr>
        <p:txBody>
          <a:bodyPr>
            <a:spAutoFit/>
          </a:bodyPr>
          <a:lstStyle>
            <a:lvl1pPr marL="0" indent="0">
              <a:lnSpc>
                <a:spcPct val="110000"/>
              </a:lnSpc>
              <a:spcBef>
                <a:spcPts val="0"/>
              </a:spcBef>
              <a:buClrTx/>
              <a:buSzTx/>
              <a:buFontTx/>
              <a:buNone/>
              <a:defRPr i="1" sz="2400"/>
            </a:lvl1pPr>
          </a:lstStyle>
          <a:p>
            <a:pPr/>
            <a:r>
              <a:t>Lorem Ipsum Dolor</a:t>
            </a:r>
          </a:p>
        </p:txBody>
      </p:sp>
      <p:sp>
        <p:nvSpPr>
          <p:cNvPr id="31" name="Image"/>
          <p:cNvSpPr/>
          <p:nvPr>
            <p:ph type="pic" idx="22"/>
          </p:nvPr>
        </p:nvSpPr>
        <p:spPr>
          <a:xfrm>
            <a:off x="584200" y="558800"/>
            <a:ext cx="11823700" cy="7086600"/>
          </a:xfrm>
          <a:prstGeom prst="rect">
            <a:avLst/>
          </a:prstGeom>
          <a:ln w="9525">
            <a:round/>
          </a:ln>
        </p:spPr>
        <p:txBody>
          <a:bodyPr lIns="91439" tIns="45719" rIns="91439" bIns="45719" anchor="t">
            <a:noAutofit/>
          </a:bodyPr>
          <a:lstStyle/>
          <a:p>
            <a:pPr/>
          </a:p>
        </p:txBody>
      </p:sp>
      <p:sp>
        <p:nvSpPr>
          <p:cNvPr id="32" name="Title Text"/>
          <p:cNvSpPr txBox="1"/>
          <p:nvPr>
            <p:ph type="title"/>
          </p:nvPr>
        </p:nvSpPr>
        <p:spPr>
          <a:xfrm>
            <a:off x="508000" y="6680200"/>
            <a:ext cx="7200900" cy="2413000"/>
          </a:xfrm>
          <a:prstGeom prst="rect">
            <a:avLst/>
          </a:prstGeom>
        </p:spPr>
        <p:txBody>
          <a:bodyPr/>
          <a:lstStyle>
            <a:lvl1pPr algn="l"/>
          </a:lstStyle>
          <a:p>
            <a:pPr/>
            <a:r>
              <a:t>Title Text</a:t>
            </a:r>
          </a:p>
        </p:txBody>
      </p:sp>
      <p:sp>
        <p:nvSpPr>
          <p:cNvPr id="33" name="Body Level One…"/>
          <p:cNvSpPr txBox="1"/>
          <p:nvPr>
            <p:ph type="body" sz="quarter" idx="1"/>
          </p:nvPr>
        </p:nvSpPr>
        <p:spPr>
          <a:xfrm>
            <a:off x="8280400" y="6680200"/>
            <a:ext cx="4241800" cy="2413000"/>
          </a:xfrm>
          <a:prstGeom prst="rect">
            <a:avLst/>
          </a:prstGeom>
        </p:spPr>
        <p:txBody>
          <a:bodyPr/>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3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 Center">
    <p:spTree>
      <p:nvGrpSpPr>
        <p:cNvPr id="1" name=""/>
        <p:cNvGrpSpPr/>
        <p:nvPr/>
      </p:nvGrpSpPr>
      <p:grpSpPr>
        <a:xfrm>
          <a:off x="0" y="0"/>
          <a:ext cx="0" cy="0"/>
          <a:chOff x="0" y="0"/>
          <a:chExt cx="0" cy="0"/>
        </a:xfrm>
      </p:grpSpPr>
      <p:sp>
        <p:nvSpPr>
          <p:cNvPr id="41" name="Title Text"/>
          <p:cNvSpPr txBox="1"/>
          <p:nvPr>
            <p:ph type="title"/>
          </p:nvPr>
        </p:nvSpPr>
        <p:spPr>
          <a:xfrm>
            <a:off x="508000" y="3670300"/>
            <a:ext cx="11988800" cy="2413000"/>
          </a:xfrm>
          <a:prstGeom prst="rect">
            <a:avLst/>
          </a:prstGeom>
        </p:spPr>
        <p:txBody>
          <a:bodyPr/>
          <a:lstStyle/>
          <a:p>
            <a:pPr/>
            <a:r>
              <a:t>Title Text</a:t>
            </a:r>
          </a:p>
        </p:txBody>
      </p:sp>
      <p:sp>
        <p:nvSpPr>
          <p:cNvPr id="4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hoto - Vertical">
    <p:spTree>
      <p:nvGrpSpPr>
        <p:cNvPr id="1" name=""/>
        <p:cNvGrpSpPr/>
        <p:nvPr/>
      </p:nvGrpSpPr>
      <p:grpSpPr>
        <a:xfrm>
          <a:off x="0" y="0"/>
          <a:ext cx="0" cy="0"/>
          <a:chOff x="0" y="0"/>
          <a:chExt cx="0" cy="0"/>
        </a:xfrm>
      </p:grpSpPr>
      <p:sp>
        <p:nvSpPr>
          <p:cNvPr id="49" name="Line"/>
          <p:cNvSpPr/>
          <p:nvPr/>
        </p:nvSpPr>
        <p:spPr>
          <a:xfrm>
            <a:off x="508000" y="4876800"/>
            <a:ext cx="5676374"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50" name="Line"/>
          <p:cNvSpPr/>
          <p:nvPr/>
        </p:nvSpPr>
        <p:spPr>
          <a:xfrm>
            <a:off x="508000" y="2768600"/>
            <a:ext cx="5676316"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51" name="Lorem Ipsum Dolor"/>
          <p:cNvSpPr txBox="1"/>
          <p:nvPr>
            <p:ph type="body" sz="quarter" idx="21"/>
          </p:nvPr>
        </p:nvSpPr>
        <p:spPr>
          <a:xfrm>
            <a:off x="508000" y="2171700"/>
            <a:ext cx="5676900" cy="508000"/>
          </a:xfrm>
          <a:prstGeom prst="rect">
            <a:avLst/>
          </a:prstGeom>
        </p:spPr>
        <p:txBody>
          <a:bodyPr anchor="b">
            <a:spAutoFit/>
          </a:bodyPr>
          <a:lstStyle>
            <a:lvl1pPr marL="0" indent="0">
              <a:lnSpc>
                <a:spcPct val="110000"/>
              </a:lnSpc>
              <a:spcBef>
                <a:spcPts val="0"/>
              </a:spcBef>
              <a:buClrTx/>
              <a:buSzTx/>
              <a:buFontTx/>
              <a:buNone/>
              <a:defRPr i="1" sz="2400"/>
            </a:lvl1pPr>
          </a:lstStyle>
          <a:p>
            <a:pPr/>
            <a:r>
              <a:t>Lorem Ipsum Dolor</a:t>
            </a:r>
          </a:p>
        </p:txBody>
      </p:sp>
      <p:sp>
        <p:nvSpPr>
          <p:cNvPr id="52" name="Image"/>
          <p:cNvSpPr/>
          <p:nvPr>
            <p:ph type="pic" sz="half" idx="22"/>
          </p:nvPr>
        </p:nvSpPr>
        <p:spPr>
          <a:xfrm>
            <a:off x="6704698" y="590550"/>
            <a:ext cx="5806884" cy="8509000"/>
          </a:xfrm>
          <a:prstGeom prst="rect">
            <a:avLst/>
          </a:prstGeom>
          <a:ln w="9525">
            <a:round/>
          </a:ln>
        </p:spPr>
        <p:txBody>
          <a:bodyPr lIns="91439" tIns="45719" rIns="91439" bIns="45719" anchor="t">
            <a:noAutofit/>
          </a:bodyPr>
          <a:lstStyle/>
          <a:p>
            <a:pPr/>
          </a:p>
        </p:txBody>
      </p:sp>
      <p:sp>
        <p:nvSpPr>
          <p:cNvPr id="53" name="Title Text"/>
          <p:cNvSpPr txBox="1"/>
          <p:nvPr>
            <p:ph type="title"/>
          </p:nvPr>
        </p:nvSpPr>
        <p:spPr>
          <a:xfrm>
            <a:off x="508000" y="2806700"/>
            <a:ext cx="5676900" cy="2032000"/>
          </a:xfrm>
          <a:prstGeom prst="rect">
            <a:avLst/>
          </a:prstGeom>
        </p:spPr>
        <p:txBody>
          <a:bodyPr/>
          <a:lstStyle>
            <a:lvl1pPr algn="l">
              <a:defRPr sz="5600"/>
            </a:lvl1pPr>
          </a:lstStyle>
          <a:p>
            <a:pPr/>
            <a:r>
              <a:t>Title Text</a:t>
            </a:r>
          </a:p>
        </p:txBody>
      </p:sp>
      <p:sp>
        <p:nvSpPr>
          <p:cNvPr id="54" name="Body Level One…"/>
          <p:cNvSpPr txBox="1"/>
          <p:nvPr>
            <p:ph type="body" sz="quarter" idx="1"/>
          </p:nvPr>
        </p:nvSpPr>
        <p:spPr>
          <a:xfrm>
            <a:off x="508000" y="5029200"/>
            <a:ext cx="5676900" cy="4013200"/>
          </a:xfrm>
          <a:prstGeom prst="rect">
            <a:avLst/>
          </a:prstGeom>
        </p:spPr>
        <p:txBody>
          <a:bodyPr anchor="t"/>
          <a:lstStyle>
            <a:lvl1pPr marL="0" indent="0">
              <a:spcBef>
                <a:spcPts val="0"/>
              </a:spcBef>
              <a:buClrTx/>
              <a:buSzTx/>
              <a:buFontTx/>
              <a:buNone/>
              <a:defRPr sz="2400"/>
            </a:lvl1pPr>
            <a:lvl2pPr marL="0" indent="228600">
              <a:spcBef>
                <a:spcPts val="0"/>
              </a:spcBef>
              <a:buClrTx/>
              <a:buSzTx/>
              <a:buFontTx/>
              <a:buNone/>
              <a:defRPr sz="2400"/>
            </a:lvl2pPr>
            <a:lvl3pPr marL="0" indent="457200">
              <a:spcBef>
                <a:spcPts val="0"/>
              </a:spcBef>
              <a:buClrTx/>
              <a:buSzTx/>
              <a:buFontTx/>
              <a:buNone/>
              <a:defRPr sz="2400"/>
            </a:lvl3pPr>
            <a:lvl4pPr marL="0" indent="685800">
              <a:spcBef>
                <a:spcPts val="0"/>
              </a:spcBef>
              <a:buClrTx/>
              <a:buSzTx/>
              <a:buFontTx/>
              <a:buNone/>
              <a:defRPr sz="2400"/>
            </a:lvl4pPr>
            <a:lvl5pPr marL="0" indent="914400">
              <a:spcBef>
                <a:spcPts val="0"/>
              </a:spcBef>
              <a:buClrTx/>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 Top">
    <p:spTree>
      <p:nvGrpSpPr>
        <p:cNvPr id="1" name=""/>
        <p:cNvGrpSpPr/>
        <p:nvPr/>
      </p:nvGrpSpPr>
      <p:grpSpPr>
        <a:xfrm>
          <a:off x="0" y="0"/>
          <a:ext cx="0" cy="0"/>
          <a:chOff x="0" y="0"/>
          <a:chExt cx="0" cy="0"/>
        </a:xfrm>
      </p:grpSpPr>
      <p:sp>
        <p:nvSpPr>
          <p:cNvPr id="62" name="Title Text"/>
          <p:cNvSpPr txBox="1"/>
          <p:nvPr>
            <p:ph type="title"/>
          </p:nvPr>
        </p:nvSpPr>
        <p:spPr>
          <a:prstGeom prst="rect">
            <a:avLst/>
          </a:prstGeom>
        </p:spPr>
        <p:txBody>
          <a:bodyPr/>
          <a:lstStyle/>
          <a:p>
            <a:pPr/>
            <a:r>
              <a:t>Title Text</a:t>
            </a:r>
          </a:p>
        </p:txBody>
      </p:sp>
      <p:sp>
        <p:nvSpPr>
          <p:cNvPr id="6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70" name="Title Text"/>
          <p:cNvSpPr txBox="1"/>
          <p:nvPr>
            <p:ph type="title"/>
          </p:nvPr>
        </p:nvSpPr>
        <p:spPr>
          <a:prstGeom prst="rect">
            <a:avLst/>
          </a:prstGeom>
        </p:spPr>
        <p:txBody>
          <a:bodyPr/>
          <a:lstStyle/>
          <a:p>
            <a:pPr/>
            <a:r>
              <a:t>Title Text</a:t>
            </a:r>
          </a:p>
        </p:txBody>
      </p:sp>
      <p:sp>
        <p:nvSpPr>
          <p:cNvPr id="7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7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79" name="Image"/>
          <p:cNvSpPr/>
          <p:nvPr>
            <p:ph type="pic" sz="half" idx="21"/>
          </p:nvPr>
        </p:nvSpPr>
        <p:spPr>
          <a:xfrm>
            <a:off x="6819900" y="1739900"/>
            <a:ext cx="5575300" cy="8169655"/>
          </a:xfrm>
          <a:prstGeom prst="rect">
            <a:avLst/>
          </a:prstGeom>
          <a:ln w="9525">
            <a:round/>
          </a:ln>
        </p:spPr>
        <p:txBody>
          <a:bodyPr lIns="91439" tIns="45719" rIns="91439" bIns="45719" anchor="t">
            <a:noAutofit/>
          </a:bodyPr>
          <a:lstStyle/>
          <a:p>
            <a:pPr/>
          </a:p>
        </p:txBody>
      </p:sp>
      <p:sp>
        <p:nvSpPr>
          <p:cNvPr id="80" name="Title Text"/>
          <p:cNvSpPr txBox="1"/>
          <p:nvPr>
            <p:ph type="title"/>
          </p:nvPr>
        </p:nvSpPr>
        <p:spPr>
          <a:prstGeom prst="rect">
            <a:avLst/>
          </a:prstGeom>
        </p:spPr>
        <p:txBody>
          <a:bodyPr/>
          <a:lstStyle/>
          <a:p>
            <a:pPr/>
            <a:r>
              <a:t>Title Text</a:t>
            </a:r>
          </a:p>
        </p:txBody>
      </p:sp>
      <p:sp>
        <p:nvSpPr>
          <p:cNvPr id="81" name="Body Level One…"/>
          <p:cNvSpPr txBox="1"/>
          <p:nvPr>
            <p:ph type="body" sz="half" idx="1"/>
          </p:nvPr>
        </p:nvSpPr>
        <p:spPr>
          <a:xfrm>
            <a:off x="508000" y="2730500"/>
            <a:ext cx="5816600" cy="6350000"/>
          </a:xfrm>
          <a:prstGeom prst="rect">
            <a:avLst/>
          </a:prstGeom>
        </p:spPr>
        <p:txBody>
          <a:bodyPr/>
          <a:lstStyle>
            <a:lvl1pPr marL="393700" indent="-393700">
              <a:spcBef>
                <a:spcPts val="1800"/>
              </a:spcBef>
              <a:buSzPct val="65000"/>
              <a:defRPr sz="3000"/>
            </a:lvl1pPr>
            <a:lvl2pPr marL="787400" indent="-393700">
              <a:spcBef>
                <a:spcPts val="1800"/>
              </a:spcBef>
              <a:buSzPct val="65000"/>
              <a:defRPr sz="3000"/>
            </a:lvl2pPr>
            <a:lvl3pPr marL="1181100" indent="-393700">
              <a:spcBef>
                <a:spcPts val="1800"/>
              </a:spcBef>
              <a:buSzPct val="65000"/>
              <a:defRPr sz="3000"/>
            </a:lvl3pPr>
            <a:lvl4pPr marL="1574800" indent="-393700">
              <a:spcBef>
                <a:spcPts val="1800"/>
              </a:spcBef>
              <a:buSzPct val="65000"/>
              <a:defRPr sz="3000"/>
            </a:lvl4pPr>
            <a:lvl5pPr marL="1968500" indent="-393700">
              <a:spcBef>
                <a:spcPts val="1800"/>
              </a:spcBef>
              <a:buSzPct val="65000"/>
              <a:defRPr sz="3000"/>
            </a:lvl5pPr>
          </a:lstStyle>
          <a:p>
            <a:pPr/>
            <a:r>
              <a:t>Body Level One</a:t>
            </a:r>
          </a:p>
          <a:p>
            <a:pPr lvl="1"/>
            <a:r>
              <a:t>Body Level Two</a:t>
            </a:r>
          </a:p>
          <a:p>
            <a:pPr lvl="2"/>
            <a:r>
              <a:t>Body Level Three</a:t>
            </a:r>
          </a:p>
          <a:p>
            <a:pPr lvl="3"/>
            <a:r>
              <a:t>Body Level Four</a:t>
            </a:r>
          </a:p>
          <a:p>
            <a:pPr lvl="4"/>
            <a:r>
              <a:t>Body Level Five</a:t>
            </a:r>
          </a:p>
        </p:txBody>
      </p:sp>
      <p:sp>
        <p:nvSpPr>
          <p:cNvPr id="8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ullets">
    <p:spTree>
      <p:nvGrpSpPr>
        <p:cNvPr id="1" name=""/>
        <p:cNvGrpSpPr/>
        <p:nvPr/>
      </p:nvGrpSpPr>
      <p:grpSpPr>
        <a:xfrm>
          <a:off x="0" y="0"/>
          <a:ext cx="0" cy="0"/>
          <a:chOff x="0" y="0"/>
          <a:chExt cx="0" cy="0"/>
        </a:xfrm>
      </p:grpSpPr>
      <p:sp>
        <p:nvSpPr>
          <p:cNvPr id="89" name="Body Level One…"/>
          <p:cNvSpPr txBox="1"/>
          <p:nvPr>
            <p:ph type="body" idx="1"/>
          </p:nvPr>
        </p:nvSpPr>
        <p:spPr>
          <a:xfrm>
            <a:off x="508000" y="1270000"/>
            <a:ext cx="11988800" cy="7213600"/>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9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hoto - 3 Up">
    <p:spTree>
      <p:nvGrpSpPr>
        <p:cNvPr id="1" name=""/>
        <p:cNvGrpSpPr/>
        <p:nvPr/>
      </p:nvGrpSpPr>
      <p:grpSpPr>
        <a:xfrm>
          <a:off x="0" y="0"/>
          <a:ext cx="0" cy="0"/>
          <a:chOff x="0" y="0"/>
          <a:chExt cx="0" cy="0"/>
        </a:xfrm>
      </p:grpSpPr>
      <p:sp>
        <p:nvSpPr>
          <p:cNvPr id="97" name="Image"/>
          <p:cNvSpPr/>
          <p:nvPr>
            <p:ph type="pic" sz="half" idx="21"/>
          </p:nvPr>
        </p:nvSpPr>
        <p:spPr>
          <a:xfrm>
            <a:off x="6260986" y="4406900"/>
            <a:ext cx="6697779" cy="4711700"/>
          </a:xfrm>
          <a:prstGeom prst="rect">
            <a:avLst/>
          </a:prstGeom>
          <a:ln w="9525">
            <a:round/>
          </a:ln>
        </p:spPr>
        <p:txBody>
          <a:bodyPr lIns="91439" tIns="45719" rIns="91439" bIns="45719" anchor="t">
            <a:noAutofit/>
          </a:bodyPr>
          <a:lstStyle/>
          <a:p>
            <a:pPr/>
          </a:p>
        </p:txBody>
      </p:sp>
      <p:sp>
        <p:nvSpPr>
          <p:cNvPr id="98" name="Image"/>
          <p:cNvSpPr/>
          <p:nvPr>
            <p:ph type="pic" sz="quarter" idx="22"/>
          </p:nvPr>
        </p:nvSpPr>
        <p:spPr>
          <a:xfrm>
            <a:off x="6680200" y="635000"/>
            <a:ext cx="5829301" cy="3517900"/>
          </a:xfrm>
          <a:prstGeom prst="rect">
            <a:avLst/>
          </a:prstGeom>
          <a:ln w="9525">
            <a:round/>
          </a:ln>
        </p:spPr>
        <p:txBody>
          <a:bodyPr lIns="91439" tIns="45719" rIns="91439" bIns="45719" anchor="t">
            <a:noAutofit/>
          </a:bodyPr>
          <a:lstStyle/>
          <a:p>
            <a:pPr/>
          </a:p>
        </p:txBody>
      </p:sp>
      <p:sp>
        <p:nvSpPr>
          <p:cNvPr id="99" name="Image"/>
          <p:cNvSpPr/>
          <p:nvPr>
            <p:ph type="pic" sz="half" idx="23"/>
          </p:nvPr>
        </p:nvSpPr>
        <p:spPr>
          <a:xfrm>
            <a:off x="482600" y="609600"/>
            <a:ext cx="5728881" cy="8394700"/>
          </a:xfrm>
          <a:prstGeom prst="rect">
            <a:avLst/>
          </a:prstGeom>
          <a:ln w="9525">
            <a:round/>
          </a:ln>
        </p:spPr>
        <p:txBody>
          <a:bodyPr lIns="91439" tIns="45719" rIns="91439" bIns="45719" anchor="t">
            <a:noAutofit/>
          </a:bodyPr>
          <a:lstStyle/>
          <a:p>
            <a:pPr/>
          </a:p>
        </p:txBody>
      </p:sp>
      <p:sp>
        <p:nvSpPr>
          <p:cNvPr id="10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Quote">
    <p:spTree>
      <p:nvGrpSpPr>
        <p:cNvPr id="1" name=""/>
        <p:cNvGrpSpPr/>
        <p:nvPr/>
      </p:nvGrpSpPr>
      <p:grpSpPr>
        <a:xfrm>
          <a:off x="0" y="0"/>
          <a:ext cx="0" cy="0"/>
          <a:chOff x="0" y="0"/>
          <a:chExt cx="0" cy="0"/>
        </a:xfrm>
      </p:grpSpPr>
      <p:sp>
        <p:nvSpPr>
          <p:cNvPr id="107" name="–Johnny Appleseed"/>
          <p:cNvSpPr txBox="1"/>
          <p:nvPr>
            <p:ph type="body" sz="quarter" idx="21"/>
          </p:nvPr>
        </p:nvSpPr>
        <p:spPr>
          <a:xfrm>
            <a:off x="533400" y="5969000"/>
            <a:ext cx="11938000" cy="609600"/>
          </a:xfrm>
          <a:prstGeom prst="rect">
            <a:avLst/>
          </a:prstGeom>
        </p:spPr>
        <p:txBody>
          <a:bodyPr anchor="t">
            <a:spAutoFit/>
          </a:bodyPr>
          <a:lstStyle>
            <a:lvl1pPr marL="0" indent="0" algn="ctr">
              <a:spcBef>
                <a:spcPts val="1200"/>
              </a:spcBef>
              <a:buClrTx/>
              <a:buSzTx/>
              <a:buFontTx/>
              <a:buNone/>
              <a:defRPr i="1" sz="3000"/>
            </a:lvl1pPr>
          </a:lstStyle>
          <a:p>
            <a:pPr/>
            <a:r>
              <a:t>–Johnny Appleseed</a:t>
            </a:r>
          </a:p>
        </p:txBody>
      </p:sp>
      <p:sp>
        <p:nvSpPr>
          <p:cNvPr id="108" name="“Type a quote here.”"/>
          <p:cNvSpPr txBox="1"/>
          <p:nvPr>
            <p:ph type="body" sz="quarter" idx="22"/>
          </p:nvPr>
        </p:nvSpPr>
        <p:spPr>
          <a:xfrm>
            <a:off x="1270000" y="4254500"/>
            <a:ext cx="10464800" cy="711200"/>
          </a:xfrm>
          <a:prstGeom prst="rect">
            <a:avLst/>
          </a:prstGeom>
        </p:spPr>
        <p:txBody>
          <a:bodyPr>
            <a:spAutoFit/>
          </a:bodyPr>
          <a:lstStyle>
            <a:lvl1pPr marL="0" indent="0" algn="ctr">
              <a:spcBef>
                <a:spcPts val="0"/>
              </a:spcBef>
              <a:buClrTx/>
              <a:buSzTx/>
              <a:buFontTx/>
              <a:buNone/>
            </a:lvl1pPr>
          </a:lstStyle>
          <a:p>
            <a:pPr/>
            <a:r>
              <a:t>“Type a quote here.” </a:t>
            </a:r>
          </a:p>
        </p:txBody>
      </p:sp>
      <p:sp>
        <p:nvSpPr>
          <p:cNvPr id="10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Photo">
    <p:spTree>
      <p:nvGrpSpPr>
        <p:cNvPr id="1" name=""/>
        <p:cNvGrpSpPr/>
        <p:nvPr/>
      </p:nvGrpSpPr>
      <p:grpSpPr>
        <a:xfrm>
          <a:off x="0" y="0"/>
          <a:ext cx="0" cy="0"/>
          <a:chOff x="0" y="0"/>
          <a:chExt cx="0" cy="0"/>
        </a:xfrm>
      </p:grpSpPr>
      <p:sp>
        <p:nvSpPr>
          <p:cNvPr id="116" name="Image"/>
          <p:cNvSpPr/>
          <p:nvPr>
            <p:ph type="pic" idx="21"/>
          </p:nvPr>
        </p:nvSpPr>
        <p:spPr>
          <a:xfrm>
            <a:off x="-901700" y="-127000"/>
            <a:ext cx="14211300" cy="9997255"/>
          </a:xfrm>
          <a:prstGeom prst="rect">
            <a:avLst/>
          </a:prstGeom>
        </p:spPr>
        <p:txBody>
          <a:bodyPr lIns="91439" tIns="45719" rIns="91439" bIns="45719" anchor="t">
            <a:noAutofit/>
          </a:bodyPr>
          <a:lstStyle/>
          <a:p>
            <a:pPr/>
          </a:p>
        </p:txBody>
      </p:sp>
      <p:sp>
        <p:nvSpPr>
          <p:cNvPr id="11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Blank">
    <p:spTree>
      <p:nvGrpSpPr>
        <p:cNvPr id="1" name=""/>
        <p:cNvGrpSpPr/>
        <p:nvPr/>
      </p:nvGrpSpPr>
      <p:grpSpPr>
        <a:xfrm>
          <a:off x="0" y="0"/>
          <a:ext cx="0" cy="0"/>
          <a:chOff x="0" y="0"/>
          <a:chExt cx="0" cy="0"/>
        </a:xfrm>
      </p:grpSpPr>
      <p:sp>
        <p:nvSpPr>
          <p:cNvPr id="12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0" showMasterPhAnim="1">
  <p:cSld name="Title &amp; Bullets">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131" name="Line"/>
          <p:cNvSpPr/>
          <p:nvPr/>
        </p:nvSpPr>
        <p:spPr>
          <a:xfrm>
            <a:off x="507999" y="2844799"/>
            <a:ext cx="11997293" cy="1"/>
          </a:xfrm>
          <a:prstGeom prst="line">
            <a:avLst/>
          </a:prstGeom>
          <a:ln w="3175">
            <a:solidFill>
              <a:srgbClr val="444444">
                <a:alpha val="30000"/>
              </a:srgbClr>
            </a:solidFill>
            <a:miter lim="400000"/>
          </a:ln>
        </p:spPr>
        <p:txBody>
          <a:bodyPr lIns="27093" tIns="27093" rIns="27093" bIns="27093" anchor="ctr"/>
          <a:lstStyle/>
          <a:p>
            <a:pPr algn="l" defTabSz="325120">
              <a:defRPr sz="800">
                <a:solidFill>
                  <a:srgbClr val="000000"/>
                </a:solidFill>
                <a:latin typeface="Helvetica"/>
                <a:ea typeface="Helvetica"/>
                <a:cs typeface="Helvetica"/>
                <a:sym typeface="Helvetica"/>
              </a:defRPr>
            </a:pPr>
          </a:p>
        </p:txBody>
      </p:sp>
      <p:sp>
        <p:nvSpPr>
          <p:cNvPr id="132" name="Line"/>
          <p:cNvSpPr/>
          <p:nvPr/>
        </p:nvSpPr>
        <p:spPr>
          <a:xfrm>
            <a:off x="507999" y="1693333"/>
            <a:ext cx="11997293" cy="1"/>
          </a:xfrm>
          <a:prstGeom prst="line">
            <a:avLst/>
          </a:prstGeom>
          <a:ln w="3175">
            <a:solidFill>
              <a:srgbClr val="444444">
                <a:alpha val="30000"/>
              </a:srgbClr>
            </a:solidFill>
            <a:miter lim="400000"/>
          </a:ln>
        </p:spPr>
        <p:txBody>
          <a:bodyPr lIns="27093" tIns="27093" rIns="27093" bIns="27093" anchor="ctr"/>
          <a:lstStyle/>
          <a:p>
            <a:pPr algn="l" defTabSz="325120">
              <a:defRPr sz="800">
                <a:solidFill>
                  <a:srgbClr val="000000"/>
                </a:solidFill>
                <a:latin typeface="Helvetica"/>
                <a:ea typeface="Helvetica"/>
                <a:cs typeface="Helvetica"/>
                <a:sym typeface="Helvetica"/>
              </a:defRPr>
            </a:pPr>
          </a:p>
        </p:txBody>
      </p:sp>
      <p:sp>
        <p:nvSpPr>
          <p:cNvPr id="133" name="Title Text"/>
          <p:cNvSpPr txBox="1"/>
          <p:nvPr>
            <p:ph type="title"/>
          </p:nvPr>
        </p:nvSpPr>
        <p:spPr>
          <a:xfrm>
            <a:off x="507999" y="1828799"/>
            <a:ext cx="11988802" cy="887308"/>
          </a:xfrm>
          <a:prstGeom prst="rect">
            <a:avLst/>
          </a:prstGeom>
        </p:spPr>
        <p:txBody>
          <a:bodyPr lIns="27093" tIns="27093" rIns="27093" bIns="27093"/>
          <a:lstStyle>
            <a:lvl1pPr defTabSz="587022">
              <a:defRPr sz="6800"/>
            </a:lvl1pPr>
          </a:lstStyle>
          <a:p>
            <a:pPr/>
            <a:r>
              <a:t>Title Text</a:t>
            </a:r>
          </a:p>
        </p:txBody>
      </p:sp>
      <p:sp>
        <p:nvSpPr>
          <p:cNvPr id="134" name="Body Level One…"/>
          <p:cNvSpPr txBox="1"/>
          <p:nvPr>
            <p:ph type="body" idx="1"/>
          </p:nvPr>
        </p:nvSpPr>
        <p:spPr>
          <a:xfrm>
            <a:off x="507999" y="3190239"/>
            <a:ext cx="11988802" cy="4572002"/>
          </a:xfrm>
          <a:prstGeom prst="rect">
            <a:avLst/>
          </a:prstGeom>
        </p:spPr>
        <p:txBody>
          <a:bodyPr lIns="27093" tIns="27093" rIns="27093" bIns="27093"/>
          <a:lstStyle>
            <a:lvl1pPr marL="414527" indent="-414527" defTabSz="587022">
              <a:defRPr sz="3400"/>
            </a:lvl1pPr>
            <a:lvl2pPr marL="1024127" indent="-414527" defTabSz="587022">
              <a:defRPr sz="3400"/>
            </a:lvl2pPr>
            <a:lvl3pPr marL="1633727" indent="-414527" defTabSz="587022">
              <a:defRPr sz="3400"/>
            </a:lvl3pPr>
            <a:lvl4pPr marL="2243327" indent="-414527" defTabSz="587022">
              <a:defRPr sz="3400"/>
            </a:lvl4pPr>
            <a:lvl5pPr marL="2852927" indent="-414527" defTabSz="587022">
              <a:defRPr sz="3400"/>
            </a:lvl5pPr>
          </a:lstStyle>
          <a:p>
            <a:pPr/>
            <a:r>
              <a:t>Body Level One</a:t>
            </a:r>
          </a:p>
          <a:p>
            <a:pPr lvl="1"/>
            <a:r>
              <a:t>Body Level Two</a:t>
            </a:r>
          </a:p>
          <a:p>
            <a:pPr lvl="2"/>
            <a:r>
              <a:t>Body Level Three</a:t>
            </a:r>
          </a:p>
          <a:p>
            <a:pPr lvl="3"/>
            <a:r>
              <a:t>Body Level Four</a:t>
            </a:r>
          </a:p>
          <a:p>
            <a:pPr lvl="4"/>
            <a:r>
              <a:t>Body Level Five</a:t>
            </a:r>
          </a:p>
        </p:txBody>
      </p:sp>
      <p:sp>
        <p:nvSpPr>
          <p:cNvPr id="135" name="Slide Number"/>
          <p:cNvSpPr txBox="1"/>
          <p:nvPr>
            <p:ph type="sldNum" sz="quarter" idx="2"/>
          </p:nvPr>
        </p:nvSpPr>
        <p:spPr>
          <a:xfrm>
            <a:off x="6363970" y="8161866"/>
            <a:ext cx="270087" cy="308188"/>
          </a:xfrm>
          <a:prstGeom prst="rect">
            <a:avLst/>
          </a:prstGeom>
        </p:spPr>
        <p:txBody>
          <a:bodyPr lIns="27093" tIns="27093" rIns="27093" bIns="27093"/>
          <a:lstStyle>
            <a:lvl1pPr defTabSz="587022">
              <a:defRPr sz="1600"/>
            </a:lvl1p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 Id="rId12" Type="http://schemas.openxmlformats.org/officeDocument/2006/relationships/slideLayout" Target="../slideLayouts/slideLayout10.xml"/><Relationship Id="rId13" Type="http://schemas.openxmlformats.org/officeDocument/2006/relationships/slideLayout" Target="../slideLayouts/slideLayout11.xml"/><Relationship Id="rId14" Type="http://schemas.openxmlformats.org/officeDocument/2006/relationships/slideLayout" Target="../slideLayouts/slideLayout12.xml"/><Relationship Id="rId15"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Line"/>
          <p:cNvSpPr/>
          <p:nvPr/>
        </p:nvSpPr>
        <p:spPr>
          <a:xfrm>
            <a:off x="508000" y="2171700"/>
            <a:ext cx="11997292"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3" name="Line"/>
          <p:cNvSpPr/>
          <p:nvPr/>
        </p:nvSpPr>
        <p:spPr>
          <a:xfrm>
            <a:off x="508000" y="635000"/>
            <a:ext cx="11997292" cy="0"/>
          </a:xfrm>
          <a:prstGeom prst="line">
            <a:avLst/>
          </a:prstGeom>
          <a:ln w="12700">
            <a:solidFill>
              <a:srgbClr val="444444">
                <a:alpha val="30000"/>
              </a:srgbClr>
            </a:solidFill>
            <a:miter lim="400000"/>
          </a:ln>
        </p:spPr>
        <p:txBody>
          <a:bodyPr lIns="50800" tIns="50800" rIns="50800" bIns="50800" anchor="ctr"/>
          <a:lstStyle/>
          <a:p>
            <a:pPr algn="l" defTabSz="457200">
              <a:defRPr sz="1200">
                <a:solidFill>
                  <a:srgbClr val="000000"/>
                </a:solidFill>
                <a:latin typeface="Helvetica"/>
                <a:ea typeface="Helvetica"/>
                <a:cs typeface="Helvetica"/>
                <a:sym typeface="Helvetica"/>
              </a:defRPr>
            </a:pPr>
          </a:p>
        </p:txBody>
      </p:sp>
      <p:sp>
        <p:nvSpPr>
          <p:cNvPr id="4" name="Title Text"/>
          <p:cNvSpPr txBox="1"/>
          <p:nvPr>
            <p:ph type="title"/>
          </p:nvPr>
        </p:nvSpPr>
        <p:spPr>
          <a:xfrm>
            <a:off x="508000" y="800100"/>
            <a:ext cx="11988800" cy="1219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Title Text</a:t>
            </a:r>
          </a:p>
        </p:txBody>
      </p:sp>
      <p:sp>
        <p:nvSpPr>
          <p:cNvPr id="5" name="Body Level One…"/>
          <p:cNvSpPr txBox="1"/>
          <p:nvPr>
            <p:ph type="body" idx="1"/>
          </p:nvPr>
        </p:nvSpPr>
        <p:spPr>
          <a:xfrm>
            <a:off x="508000" y="2628900"/>
            <a:ext cx="11988800" cy="60960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6" name="Slide Number"/>
          <p:cNvSpPr txBox="1"/>
          <p:nvPr>
            <p:ph type="sldNum" sz="quarter" idx="2"/>
          </p:nvPr>
        </p:nvSpPr>
        <p:spPr>
          <a:xfrm>
            <a:off x="6324599" y="9258300"/>
            <a:ext cx="342901" cy="406400"/>
          </a:xfrm>
          <a:prstGeom prst="rect">
            <a:avLst/>
          </a:prstGeom>
          <a:ln w="12700">
            <a:miter lim="400000"/>
          </a:ln>
        </p:spPr>
        <p:txBody>
          <a:bodyPr wrap="none" lIns="50800" tIns="50800" rIns="50800" bIns="50800">
            <a:spAutoFit/>
          </a:bodyPr>
          <a:lstStyle>
            <a:lvl1pPr>
              <a:defRPr sz="1800">
                <a:solidFill>
                  <a:srgbClr val="4C4946"/>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Lst>
  <p:transition xmlns:p14="http://schemas.microsoft.com/office/powerpoint/2010/main" spd="med" advClick="1"/>
  <p:txStyles>
    <p:titleStyle>
      <a:lvl1pPr marL="0" marR="0" indent="0" algn="ctr" defTabSz="584200" rtl="0" latinLnBrk="0">
        <a:lnSpc>
          <a:spcPct val="90000"/>
        </a:lnSpc>
        <a:spcBef>
          <a:spcPts val="1600"/>
        </a:spcBef>
        <a:spcAft>
          <a:spcPts val="0"/>
        </a:spcAft>
        <a:buClrTx/>
        <a:buSzTx/>
        <a:buFontTx/>
        <a:buNone/>
        <a:tabLst/>
        <a:defRPr b="0" baseline="0" cap="none" i="0" spc="0" strike="noStrike" sz="7000" u="none">
          <a:solidFill>
            <a:srgbClr val="D93E2B"/>
          </a:solidFill>
          <a:uFillTx/>
          <a:latin typeface="+mn-lt"/>
          <a:ea typeface="+mn-ea"/>
          <a:cs typeface="+mn-cs"/>
          <a:sym typeface="Bodoni SvtyTwo ITC TT-Book"/>
        </a:defRPr>
      </a:lvl1pPr>
      <a:lvl2pPr marL="0" marR="0" indent="228600" algn="ctr" defTabSz="584200" rtl="0" latinLnBrk="0">
        <a:lnSpc>
          <a:spcPct val="90000"/>
        </a:lnSpc>
        <a:spcBef>
          <a:spcPts val="1600"/>
        </a:spcBef>
        <a:spcAft>
          <a:spcPts val="0"/>
        </a:spcAft>
        <a:buClrTx/>
        <a:buSzTx/>
        <a:buFontTx/>
        <a:buNone/>
        <a:tabLst/>
        <a:defRPr b="0" baseline="0" cap="none" i="0" spc="0" strike="noStrike" sz="7000" u="none">
          <a:solidFill>
            <a:srgbClr val="D93E2B"/>
          </a:solidFill>
          <a:uFillTx/>
          <a:latin typeface="+mn-lt"/>
          <a:ea typeface="+mn-ea"/>
          <a:cs typeface="+mn-cs"/>
          <a:sym typeface="Bodoni SvtyTwo ITC TT-Book"/>
        </a:defRPr>
      </a:lvl2pPr>
      <a:lvl3pPr marL="0" marR="0" indent="457200" algn="ctr" defTabSz="584200" rtl="0" latinLnBrk="0">
        <a:lnSpc>
          <a:spcPct val="90000"/>
        </a:lnSpc>
        <a:spcBef>
          <a:spcPts val="1600"/>
        </a:spcBef>
        <a:spcAft>
          <a:spcPts val="0"/>
        </a:spcAft>
        <a:buClrTx/>
        <a:buSzTx/>
        <a:buFontTx/>
        <a:buNone/>
        <a:tabLst/>
        <a:defRPr b="0" baseline="0" cap="none" i="0" spc="0" strike="noStrike" sz="7000" u="none">
          <a:solidFill>
            <a:srgbClr val="D93E2B"/>
          </a:solidFill>
          <a:uFillTx/>
          <a:latin typeface="+mn-lt"/>
          <a:ea typeface="+mn-ea"/>
          <a:cs typeface="+mn-cs"/>
          <a:sym typeface="Bodoni SvtyTwo ITC TT-Book"/>
        </a:defRPr>
      </a:lvl3pPr>
      <a:lvl4pPr marL="0" marR="0" indent="685800" algn="ctr" defTabSz="584200" rtl="0" latinLnBrk="0">
        <a:lnSpc>
          <a:spcPct val="90000"/>
        </a:lnSpc>
        <a:spcBef>
          <a:spcPts val="1600"/>
        </a:spcBef>
        <a:spcAft>
          <a:spcPts val="0"/>
        </a:spcAft>
        <a:buClrTx/>
        <a:buSzTx/>
        <a:buFontTx/>
        <a:buNone/>
        <a:tabLst/>
        <a:defRPr b="0" baseline="0" cap="none" i="0" spc="0" strike="noStrike" sz="7000" u="none">
          <a:solidFill>
            <a:srgbClr val="D93E2B"/>
          </a:solidFill>
          <a:uFillTx/>
          <a:latin typeface="+mn-lt"/>
          <a:ea typeface="+mn-ea"/>
          <a:cs typeface="+mn-cs"/>
          <a:sym typeface="Bodoni SvtyTwo ITC TT-Book"/>
        </a:defRPr>
      </a:lvl4pPr>
      <a:lvl5pPr marL="0" marR="0" indent="914400" algn="ctr" defTabSz="584200" rtl="0" latinLnBrk="0">
        <a:lnSpc>
          <a:spcPct val="90000"/>
        </a:lnSpc>
        <a:spcBef>
          <a:spcPts val="1600"/>
        </a:spcBef>
        <a:spcAft>
          <a:spcPts val="0"/>
        </a:spcAft>
        <a:buClrTx/>
        <a:buSzTx/>
        <a:buFontTx/>
        <a:buNone/>
        <a:tabLst/>
        <a:defRPr b="0" baseline="0" cap="none" i="0" spc="0" strike="noStrike" sz="7000" u="none">
          <a:solidFill>
            <a:srgbClr val="D93E2B"/>
          </a:solidFill>
          <a:uFillTx/>
          <a:latin typeface="+mn-lt"/>
          <a:ea typeface="+mn-ea"/>
          <a:cs typeface="+mn-cs"/>
          <a:sym typeface="Bodoni SvtyTwo ITC TT-Book"/>
        </a:defRPr>
      </a:lvl5pPr>
      <a:lvl6pPr marL="0" marR="0" indent="1143000" algn="ctr" defTabSz="584200" rtl="0" latinLnBrk="0">
        <a:lnSpc>
          <a:spcPct val="90000"/>
        </a:lnSpc>
        <a:spcBef>
          <a:spcPts val="1600"/>
        </a:spcBef>
        <a:spcAft>
          <a:spcPts val="0"/>
        </a:spcAft>
        <a:buClrTx/>
        <a:buSzTx/>
        <a:buFontTx/>
        <a:buNone/>
        <a:tabLst/>
        <a:defRPr b="0" baseline="0" cap="none" i="0" spc="0" strike="noStrike" sz="7000" u="none">
          <a:solidFill>
            <a:srgbClr val="D93E2B"/>
          </a:solidFill>
          <a:uFillTx/>
          <a:latin typeface="+mn-lt"/>
          <a:ea typeface="+mn-ea"/>
          <a:cs typeface="+mn-cs"/>
          <a:sym typeface="Bodoni SvtyTwo ITC TT-Book"/>
        </a:defRPr>
      </a:lvl6pPr>
      <a:lvl7pPr marL="0" marR="0" indent="1371600" algn="ctr" defTabSz="584200" rtl="0" latinLnBrk="0">
        <a:lnSpc>
          <a:spcPct val="90000"/>
        </a:lnSpc>
        <a:spcBef>
          <a:spcPts val="1600"/>
        </a:spcBef>
        <a:spcAft>
          <a:spcPts val="0"/>
        </a:spcAft>
        <a:buClrTx/>
        <a:buSzTx/>
        <a:buFontTx/>
        <a:buNone/>
        <a:tabLst/>
        <a:defRPr b="0" baseline="0" cap="none" i="0" spc="0" strike="noStrike" sz="7000" u="none">
          <a:solidFill>
            <a:srgbClr val="D93E2B"/>
          </a:solidFill>
          <a:uFillTx/>
          <a:latin typeface="+mn-lt"/>
          <a:ea typeface="+mn-ea"/>
          <a:cs typeface="+mn-cs"/>
          <a:sym typeface="Bodoni SvtyTwo ITC TT-Book"/>
        </a:defRPr>
      </a:lvl7pPr>
      <a:lvl8pPr marL="0" marR="0" indent="1600200" algn="ctr" defTabSz="584200" rtl="0" latinLnBrk="0">
        <a:lnSpc>
          <a:spcPct val="90000"/>
        </a:lnSpc>
        <a:spcBef>
          <a:spcPts val="1600"/>
        </a:spcBef>
        <a:spcAft>
          <a:spcPts val="0"/>
        </a:spcAft>
        <a:buClrTx/>
        <a:buSzTx/>
        <a:buFontTx/>
        <a:buNone/>
        <a:tabLst/>
        <a:defRPr b="0" baseline="0" cap="none" i="0" spc="0" strike="noStrike" sz="7000" u="none">
          <a:solidFill>
            <a:srgbClr val="D93E2B"/>
          </a:solidFill>
          <a:uFillTx/>
          <a:latin typeface="+mn-lt"/>
          <a:ea typeface="+mn-ea"/>
          <a:cs typeface="+mn-cs"/>
          <a:sym typeface="Bodoni SvtyTwo ITC TT-Book"/>
        </a:defRPr>
      </a:lvl8pPr>
      <a:lvl9pPr marL="0" marR="0" indent="1828800" algn="ctr" defTabSz="584200" rtl="0" latinLnBrk="0">
        <a:lnSpc>
          <a:spcPct val="90000"/>
        </a:lnSpc>
        <a:spcBef>
          <a:spcPts val="1600"/>
        </a:spcBef>
        <a:spcAft>
          <a:spcPts val="0"/>
        </a:spcAft>
        <a:buClrTx/>
        <a:buSzTx/>
        <a:buFontTx/>
        <a:buNone/>
        <a:tabLst/>
        <a:defRPr b="0" baseline="0" cap="none" i="0" spc="0" strike="noStrike" sz="7000" u="none">
          <a:solidFill>
            <a:srgbClr val="D93E2B"/>
          </a:solidFill>
          <a:uFillTx/>
          <a:latin typeface="+mn-lt"/>
          <a:ea typeface="+mn-ea"/>
          <a:cs typeface="+mn-cs"/>
          <a:sym typeface="Bodoni SvtyTwo ITC TT-Book"/>
        </a:defRPr>
      </a:lvl9pPr>
    </p:titleStyle>
    <p:bodyStyle>
      <a:lvl1pPr marL="469900" marR="0" indent="-469900" algn="l" defTabSz="584200" rtl="0" latinLnBrk="0">
        <a:lnSpc>
          <a:spcPct val="100000"/>
        </a:lnSpc>
        <a:spcBef>
          <a:spcPts val="2400"/>
        </a:spcBef>
        <a:spcAft>
          <a:spcPts val="0"/>
        </a:spcAft>
        <a:buClr>
          <a:srgbClr val="929292"/>
        </a:buClr>
        <a:buSzPct val="60000"/>
        <a:buFont typeface="Zapf Dingbats"/>
        <a:buChar char="❖"/>
        <a:tabLst/>
        <a:defRPr b="0" baseline="0" cap="none" i="0" spc="0" strike="noStrike" sz="3600" u="none">
          <a:solidFill>
            <a:srgbClr val="414141"/>
          </a:solidFill>
          <a:uFillTx/>
          <a:latin typeface="Palatino"/>
          <a:ea typeface="Palatino"/>
          <a:cs typeface="Palatino"/>
          <a:sym typeface="Palatino"/>
        </a:defRPr>
      </a:lvl1pPr>
      <a:lvl2pPr marL="939800" marR="0" indent="-469900" algn="l" defTabSz="584200" rtl="0" latinLnBrk="0">
        <a:lnSpc>
          <a:spcPct val="100000"/>
        </a:lnSpc>
        <a:spcBef>
          <a:spcPts val="2400"/>
        </a:spcBef>
        <a:spcAft>
          <a:spcPts val="0"/>
        </a:spcAft>
        <a:buClr>
          <a:srgbClr val="929292"/>
        </a:buClr>
        <a:buSzPct val="60000"/>
        <a:buFont typeface="Zapf Dingbats"/>
        <a:buChar char="❖"/>
        <a:tabLst/>
        <a:defRPr b="0" baseline="0" cap="none" i="0" spc="0" strike="noStrike" sz="3600" u="none">
          <a:solidFill>
            <a:srgbClr val="414141"/>
          </a:solidFill>
          <a:uFillTx/>
          <a:latin typeface="Palatino"/>
          <a:ea typeface="Palatino"/>
          <a:cs typeface="Palatino"/>
          <a:sym typeface="Palatino"/>
        </a:defRPr>
      </a:lvl2pPr>
      <a:lvl3pPr marL="1409700" marR="0" indent="-469900" algn="l" defTabSz="584200" rtl="0" latinLnBrk="0">
        <a:lnSpc>
          <a:spcPct val="100000"/>
        </a:lnSpc>
        <a:spcBef>
          <a:spcPts val="2400"/>
        </a:spcBef>
        <a:spcAft>
          <a:spcPts val="0"/>
        </a:spcAft>
        <a:buClr>
          <a:srgbClr val="929292"/>
        </a:buClr>
        <a:buSzPct val="60000"/>
        <a:buFont typeface="Zapf Dingbats"/>
        <a:buChar char="❖"/>
        <a:tabLst/>
        <a:defRPr b="0" baseline="0" cap="none" i="0" spc="0" strike="noStrike" sz="3600" u="none">
          <a:solidFill>
            <a:srgbClr val="414141"/>
          </a:solidFill>
          <a:uFillTx/>
          <a:latin typeface="Palatino"/>
          <a:ea typeface="Palatino"/>
          <a:cs typeface="Palatino"/>
          <a:sym typeface="Palatino"/>
        </a:defRPr>
      </a:lvl3pPr>
      <a:lvl4pPr marL="1879600" marR="0" indent="-469900" algn="l" defTabSz="584200" rtl="0" latinLnBrk="0">
        <a:lnSpc>
          <a:spcPct val="100000"/>
        </a:lnSpc>
        <a:spcBef>
          <a:spcPts val="2400"/>
        </a:spcBef>
        <a:spcAft>
          <a:spcPts val="0"/>
        </a:spcAft>
        <a:buClr>
          <a:srgbClr val="929292"/>
        </a:buClr>
        <a:buSzPct val="60000"/>
        <a:buFont typeface="Zapf Dingbats"/>
        <a:buChar char="❖"/>
        <a:tabLst/>
        <a:defRPr b="0" baseline="0" cap="none" i="0" spc="0" strike="noStrike" sz="3600" u="none">
          <a:solidFill>
            <a:srgbClr val="414141"/>
          </a:solidFill>
          <a:uFillTx/>
          <a:latin typeface="Palatino"/>
          <a:ea typeface="Palatino"/>
          <a:cs typeface="Palatino"/>
          <a:sym typeface="Palatino"/>
        </a:defRPr>
      </a:lvl4pPr>
      <a:lvl5pPr marL="2349500" marR="0" indent="-469900" algn="l" defTabSz="584200" rtl="0" latinLnBrk="0">
        <a:lnSpc>
          <a:spcPct val="100000"/>
        </a:lnSpc>
        <a:spcBef>
          <a:spcPts val="2400"/>
        </a:spcBef>
        <a:spcAft>
          <a:spcPts val="0"/>
        </a:spcAft>
        <a:buClr>
          <a:srgbClr val="929292"/>
        </a:buClr>
        <a:buSzPct val="60000"/>
        <a:buFont typeface="Zapf Dingbats"/>
        <a:buChar char="❖"/>
        <a:tabLst/>
        <a:defRPr b="0" baseline="0" cap="none" i="0" spc="0" strike="noStrike" sz="3600" u="none">
          <a:solidFill>
            <a:srgbClr val="414141"/>
          </a:solidFill>
          <a:uFillTx/>
          <a:latin typeface="Palatino"/>
          <a:ea typeface="Palatino"/>
          <a:cs typeface="Palatino"/>
          <a:sym typeface="Palatino"/>
        </a:defRPr>
      </a:lvl5pPr>
      <a:lvl6pPr marL="2819400" marR="0" indent="-469900" algn="l" defTabSz="584200" rtl="0" latinLnBrk="0">
        <a:lnSpc>
          <a:spcPct val="100000"/>
        </a:lnSpc>
        <a:spcBef>
          <a:spcPts val="2400"/>
        </a:spcBef>
        <a:spcAft>
          <a:spcPts val="0"/>
        </a:spcAft>
        <a:buClr>
          <a:srgbClr val="929292"/>
        </a:buClr>
        <a:buSzPct val="60000"/>
        <a:buFont typeface="Zapf Dingbats"/>
        <a:buChar char="❖"/>
        <a:tabLst/>
        <a:defRPr b="0" baseline="0" cap="none" i="0" spc="0" strike="noStrike" sz="3600" u="none">
          <a:solidFill>
            <a:srgbClr val="414141"/>
          </a:solidFill>
          <a:uFillTx/>
          <a:latin typeface="Palatino"/>
          <a:ea typeface="Palatino"/>
          <a:cs typeface="Palatino"/>
          <a:sym typeface="Palatino"/>
        </a:defRPr>
      </a:lvl6pPr>
      <a:lvl7pPr marL="3289300" marR="0" indent="-469900" algn="l" defTabSz="584200" rtl="0" latinLnBrk="0">
        <a:lnSpc>
          <a:spcPct val="100000"/>
        </a:lnSpc>
        <a:spcBef>
          <a:spcPts val="2400"/>
        </a:spcBef>
        <a:spcAft>
          <a:spcPts val="0"/>
        </a:spcAft>
        <a:buClr>
          <a:srgbClr val="929292"/>
        </a:buClr>
        <a:buSzPct val="60000"/>
        <a:buFont typeface="Zapf Dingbats"/>
        <a:buChar char="❖"/>
        <a:tabLst/>
        <a:defRPr b="0" baseline="0" cap="none" i="0" spc="0" strike="noStrike" sz="3600" u="none">
          <a:solidFill>
            <a:srgbClr val="414141"/>
          </a:solidFill>
          <a:uFillTx/>
          <a:latin typeface="Palatino"/>
          <a:ea typeface="Palatino"/>
          <a:cs typeface="Palatino"/>
          <a:sym typeface="Palatino"/>
        </a:defRPr>
      </a:lvl7pPr>
      <a:lvl8pPr marL="3759200" marR="0" indent="-469900" algn="l" defTabSz="584200" rtl="0" latinLnBrk="0">
        <a:lnSpc>
          <a:spcPct val="100000"/>
        </a:lnSpc>
        <a:spcBef>
          <a:spcPts val="2400"/>
        </a:spcBef>
        <a:spcAft>
          <a:spcPts val="0"/>
        </a:spcAft>
        <a:buClr>
          <a:srgbClr val="929292"/>
        </a:buClr>
        <a:buSzPct val="60000"/>
        <a:buFont typeface="Zapf Dingbats"/>
        <a:buChar char="❖"/>
        <a:tabLst/>
        <a:defRPr b="0" baseline="0" cap="none" i="0" spc="0" strike="noStrike" sz="3600" u="none">
          <a:solidFill>
            <a:srgbClr val="414141"/>
          </a:solidFill>
          <a:uFillTx/>
          <a:latin typeface="Palatino"/>
          <a:ea typeface="Palatino"/>
          <a:cs typeface="Palatino"/>
          <a:sym typeface="Palatino"/>
        </a:defRPr>
      </a:lvl8pPr>
      <a:lvl9pPr marL="4229100" marR="0" indent="-469900" algn="l" defTabSz="584200" rtl="0" latinLnBrk="0">
        <a:lnSpc>
          <a:spcPct val="100000"/>
        </a:lnSpc>
        <a:spcBef>
          <a:spcPts val="2400"/>
        </a:spcBef>
        <a:spcAft>
          <a:spcPts val="0"/>
        </a:spcAft>
        <a:buClr>
          <a:srgbClr val="929292"/>
        </a:buClr>
        <a:buSzPct val="60000"/>
        <a:buFont typeface="Zapf Dingbats"/>
        <a:buChar char="❖"/>
        <a:tabLst/>
        <a:defRPr b="0" baseline="0" cap="none" i="0" spc="0" strike="noStrike" sz="3600" u="none">
          <a:solidFill>
            <a:srgbClr val="414141"/>
          </a:solidFill>
          <a:uFillTx/>
          <a:latin typeface="Palatino"/>
          <a:ea typeface="Palatino"/>
          <a:cs typeface="Palatino"/>
          <a:sym typeface="Palatino"/>
        </a:defRPr>
      </a:lvl9pPr>
    </p:bodyStyle>
    <p:otherStyle>
      <a:lvl1pPr marL="0" marR="0" indent="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Palatino"/>
        </a:defRPr>
      </a:lvl1pPr>
      <a:lvl2pPr marL="0" marR="0" indent="2286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Palatino"/>
        </a:defRPr>
      </a:lvl2pPr>
      <a:lvl3pPr marL="0" marR="0" indent="4572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Palatino"/>
        </a:defRPr>
      </a:lvl3pPr>
      <a:lvl4pPr marL="0" marR="0" indent="6858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Palatino"/>
        </a:defRPr>
      </a:lvl4pPr>
      <a:lvl5pPr marL="0" marR="0" indent="9144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Palatino"/>
        </a:defRPr>
      </a:lvl5pPr>
      <a:lvl6pPr marL="0" marR="0" indent="11430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Palatino"/>
        </a:defRPr>
      </a:lvl6pPr>
      <a:lvl7pPr marL="0" marR="0" indent="13716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Palatino"/>
        </a:defRPr>
      </a:lvl7pPr>
      <a:lvl8pPr marL="0" marR="0" indent="16002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Palatino"/>
        </a:defRPr>
      </a:lvl8pPr>
      <a:lvl9pPr marL="0" marR="0" indent="1828800" algn="ctr" defTabSz="58420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Palatino"/>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gh.iiji.jp/s-fukuda/bootcamp_mysql.git" TargetMode="External"/><Relationship Id="rId3" Type="http://schemas.openxmlformats.org/officeDocument/2006/relationships/hyperlink" Target="https://github.com/isfukuda/bootcamp_mysql.git" TargetMode="External"/></Relationships>

</file>

<file path=ppt/slides/_rels/slide10.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hyperlink" Target="https://gh.iiji.jp/gist/s-fukuda/ac21ebaf8fdba929e842beb7d23bc01b" TargetMode="External"/><Relationship Id="rId3" Type="http://schemas.openxmlformats.org/officeDocument/2006/relationships/hyperlink" Target="https://gist.github.com/isfukuda/a80784ead599ed6f5537d01af216acea" TargetMode="External"/></Relationships>

</file>

<file path=ppt/slides/_rels/slide14.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144" name="IIJ bootCamp…"/>
          <p:cNvSpPr txBox="1"/>
          <p:nvPr>
            <p:ph type="ctrTitle"/>
          </p:nvPr>
        </p:nvSpPr>
        <p:spPr>
          <a:xfrm>
            <a:off x="507305" y="4141134"/>
            <a:ext cx="7200901" cy="2413001"/>
          </a:xfrm>
          <a:prstGeom prst="rect">
            <a:avLst/>
          </a:prstGeom>
        </p:spPr>
        <p:txBody>
          <a:bodyPr/>
          <a:lstStyle/>
          <a:p>
            <a:pPr>
              <a:lnSpc>
                <a:spcPct val="110000"/>
              </a:lnSpc>
              <a:spcBef>
                <a:spcPts val="0"/>
              </a:spcBef>
              <a:defRPr sz="3600">
                <a:solidFill>
                  <a:srgbClr val="414141"/>
                </a:solidFill>
                <a:latin typeface="ヒラギノ丸ゴ ProN W4"/>
                <a:ea typeface="ヒラギノ丸ゴ ProN W4"/>
                <a:cs typeface="ヒラギノ丸ゴ ProN W4"/>
                <a:sym typeface="ヒラギノ丸ゴ ProN W4"/>
              </a:defRPr>
            </a:pPr>
            <a:r>
              <a:t>IIJ bootCamp</a:t>
            </a:r>
          </a:p>
          <a:p>
            <a:pPr lvl="3" algn="l">
              <a:lnSpc>
                <a:spcPct val="110000"/>
              </a:lnSpc>
              <a:spcBef>
                <a:spcPts val="0"/>
              </a:spcBef>
              <a:defRPr sz="3600">
                <a:solidFill>
                  <a:srgbClr val="414141"/>
                </a:solidFill>
                <a:latin typeface="ヒラギノ丸ゴ ProN W4"/>
                <a:ea typeface="ヒラギノ丸ゴ ProN W4"/>
                <a:cs typeface="ヒラギノ丸ゴ ProN W4"/>
                <a:sym typeface="ヒラギノ丸ゴ ProN W4"/>
              </a:defRPr>
            </a:pPr>
            <a:r>
              <a:t>MySQLを触ってみよう</a:t>
            </a:r>
          </a:p>
        </p:txBody>
      </p:sp>
      <p:sp>
        <p:nvSpPr>
          <p:cNvPr id="145" name="IIJ s-fukuda…"/>
          <p:cNvSpPr txBox="1"/>
          <p:nvPr>
            <p:ph type="subTitle" sz="quarter" idx="1"/>
          </p:nvPr>
        </p:nvSpPr>
        <p:spPr>
          <a:prstGeom prst="rect">
            <a:avLst/>
          </a:prstGeom>
        </p:spPr>
        <p:txBody>
          <a:bodyPr/>
          <a:lstStyle/>
          <a:p>
            <a:pPr>
              <a:defRPr>
                <a:latin typeface="ヒラギノ丸ゴ ProN W4"/>
                <a:ea typeface="ヒラギノ丸ゴ ProN W4"/>
                <a:cs typeface="ヒラギノ丸ゴ ProN W4"/>
                <a:sym typeface="ヒラギノ丸ゴ ProN W4"/>
              </a:defRPr>
            </a:pPr>
            <a:r>
              <a:t>IIJ s-fukuda</a:t>
            </a:r>
          </a:p>
          <a:p>
            <a:pPr>
              <a:defRPr>
                <a:latin typeface="ヒラギノ丸ゴ ProN W4"/>
                <a:ea typeface="ヒラギノ丸ゴ ProN W4"/>
                <a:cs typeface="ヒラギノ丸ゴ ProN W4"/>
                <a:sym typeface="ヒラギノ丸ゴ ProN W4"/>
              </a:defRPr>
            </a:pPr>
            <a:r>
              <a:t>2020.06.25</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147" name="MySQL を触ってみよう"/>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MySQL を触ってみよう</a:t>
            </a:r>
          </a:p>
        </p:txBody>
      </p:sp>
      <p:sp>
        <p:nvSpPr>
          <p:cNvPr id="148" name="本講義の目指すところ…"/>
          <p:cNvSpPr txBox="1"/>
          <p:nvPr>
            <p:ph type="body" idx="1"/>
          </p:nvPr>
        </p:nvSpPr>
        <p:spPr>
          <a:prstGeom prst="rect">
            <a:avLst/>
          </a:prstGeom>
        </p:spPr>
        <p:txBody>
          <a:bodyPr anchor="t"/>
          <a:lstStyle/>
          <a:p>
            <a:pPr marL="0" indent="0">
              <a:buClrTx/>
              <a:buSzTx/>
              <a:buFontTx/>
              <a:buNone/>
              <a:defRPr sz="4000">
                <a:latin typeface="ヒラギノ丸ゴ ProN W4"/>
                <a:ea typeface="ヒラギノ丸ゴ ProN W4"/>
                <a:cs typeface="ヒラギノ丸ゴ ProN W4"/>
                <a:sym typeface="ヒラギノ丸ゴ ProN W4"/>
              </a:defRPr>
            </a:pPr>
            <a:r>
              <a:t>本講義の目指すところ</a:t>
            </a:r>
          </a:p>
          <a:p>
            <a:pPr lvl="1" marL="992011" indent="-522111">
              <a:buClrTx/>
              <a:buSzPct val="75000"/>
              <a:buFontTx/>
              <a:buChar char="•"/>
              <a:defRPr sz="4000">
                <a:latin typeface="ヒラギノ丸ゴ ProN W4"/>
                <a:ea typeface="ヒラギノ丸ゴ ProN W4"/>
                <a:cs typeface="ヒラギノ丸ゴ ProN W4"/>
                <a:sym typeface="ヒラギノ丸ゴ ProN W4"/>
              </a:defRPr>
            </a:pPr>
            <a:r>
              <a:t>技術職新卒採用者のうち、特定のミドルウェアに興味を持つ方へ基礎理解と経験値を上げる</a:t>
            </a:r>
          </a:p>
          <a:p>
            <a:pPr lvl="1" marL="992011" indent="-522111">
              <a:buClrTx/>
              <a:buSzPct val="75000"/>
              <a:buFontTx/>
              <a:buChar char="•"/>
              <a:defRPr sz="4000">
                <a:latin typeface="ヒラギノ丸ゴ ProN W4"/>
                <a:ea typeface="ヒラギノ丸ゴ ProN W4"/>
                <a:cs typeface="ヒラギノ丸ゴ ProN W4"/>
                <a:sym typeface="ヒラギノ丸ゴ ProN W4"/>
              </a:defRPr>
            </a:pPr>
            <a:r>
              <a:t>発展的に、RDBMSへの興味を独力で深掘りしてくれるエンジニアへのきっかけづくり</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150" name="MySQL を触ってみよう"/>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MySQL を触ってみよう</a:t>
            </a:r>
          </a:p>
        </p:txBody>
      </p:sp>
      <p:sp>
        <p:nvSpPr>
          <p:cNvPr id="151" name="想定する受講者…"/>
          <p:cNvSpPr txBox="1"/>
          <p:nvPr>
            <p:ph type="body" idx="1"/>
          </p:nvPr>
        </p:nvSpPr>
        <p:spPr>
          <a:prstGeom prst="rect">
            <a:avLst/>
          </a:prstGeom>
        </p:spPr>
        <p:txBody>
          <a:bodyPr anchor="t"/>
          <a:lstStyle/>
          <a:p>
            <a:pPr marL="0" indent="0" defTabSz="467359">
              <a:spcBef>
                <a:spcPts val="1900"/>
              </a:spcBef>
              <a:buClrTx/>
              <a:buSzTx/>
              <a:buFontTx/>
              <a:buNone/>
              <a:defRPr sz="3680">
                <a:latin typeface="ヒラギノ丸ゴ ProN W4"/>
                <a:ea typeface="ヒラギノ丸ゴ ProN W4"/>
                <a:cs typeface="ヒラギノ丸ゴ ProN W4"/>
                <a:sym typeface="ヒラギノ丸ゴ ProN W4"/>
              </a:defRPr>
            </a:pPr>
            <a:r>
              <a:t>想定する受講者</a:t>
            </a:r>
          </a:p>
          <a:p>
            <a:pPr lvl="1" marL="793608" indent="-417688" defTabSz="467359">
              <a:spcBef>
                <a:spcPts val="1900"/>
              </a:spcBef>
              <a:buClrTx/>
              <a:buSzPct val="75000"/>
              <a:buFontTx/>
              <a:buChar char="•"/>
              <a:defRPr sz="3200">
                <a:latin typeface="ヒラギノ丸ゴ ProN W4"/>
                <a:ea typeface="ヒラギノ丸ゴ ProN W4"/>
                <a:cs typeface="ヒラギノ丸ゴ ProN W4"/>
                <a:sym typeface="ヒラギノ丸ゴ ProN W4"/>
              </a:defRPr>
            </a:pPr>
            <a:r>
              <a:t>2020年 技術職の新卒採用者 </a:t>
            </a:r>
          </a:p>
          <a:p>
            <a:pPr lvl="1" marL="793608" indent="-417688" defTabSz="467359">
              <a:spcBef>
                <a:spcPts val="1900"/>
              </a:spcBef>
              <a:buClrTx/>
              <a:buSzPct val="75000"/>
              <a:buFontTx/>
              <a:buChar char="•"/>
              <a:defRPr sz="3200">
                <a:latin typeface="ヒラギノ丸ゴ ProN W4"/>
                <a:ea typeface="ヒラギノ丸ゴ ProN W4"/>
                <a:cs typeface="ヒラギノ丸ゴ ProN W4"/>
                <a:sym typeface="ヒラギノ丸ゴ ProN W4"/>
              </a:defRPr>
            </a:pPr>
            <a:r>
              <a:t>IIJグループ会社所属の技術職(あるみんで申し込み可能な方)</a:t>
            </a:r>
          </a:p>
          <a:p>
            <a:pPr lvl="1" marL="793608" indent="-417688" defTabSz="467359">
              <a:spcBef>
                <a:spcPts val="1900"/>
              </a:spcBef>
              <a:buClrTx/>
              <a:buSzPct val="75000"/>
              <a:buFontTx/>
              <a:buChar char="•"/>
              <a:defRPr sz="3200">
                <a:latin typeface="ヒラギノ丸ゴ ProN W4"/>
                <a:ea typeface="ヒラギノ丸ゴ ProN W4"/>
                <a:cs typeface="ヒラギノ丸ゴ ProN W4"/>
                <a:sym typeface="ヒラギノ丸ゴ ProN W4"/>
              </a:defRPr>
            </a:pPr>
            <a:r>
              <a:t>BootCamp事前準備受講者</a:t>
            </a:r>
          </a:p>
          <a:p>
            <a:pPr lvl="2" marL="1169528" indent="-417688" defTabSz="467359">
              <a:spcBef>
                <a:spcPts val="1900"/>
              </a:spcBef>
              <a:buClrTx/>
              <a:buSzPct val="75000"/>
              <a:buFontTx/>
              <a:buChar char="•"/>
              <a:defRPr sz="3200">
                <a:latin typeface="ヒラギノ丸ゴ ProN W4"/>
                <a:ea typeface="ヒラギノ丸ゴ ProN W4"/>
                <a:cs typeface="ヒラギノ丸ゴ ProN W4"/>
                <a:sym typeface="ヒラギノ丸ゴ ProN W4"/>
              </a:defRPr>
            </a:pPr>
            <a:r>
              <a:t>環境OSは問わないが、LinuxVM環境を事前に構築が独力で可能</a:t>
            </a:r>
          </a:p>
          <a:p>
            <a:pPr lvl="2" marL="1169528" indent="-417688" defTabSz="467359">
              <a:spcBef>
                <a:spcPts val="1900"/>
              </a:spcBef>
              <a:buClrTx/>
              <a:buSzPct val="75000"/>
              <a:buFontTx/>
              <a:buChar char="•"/>
              <a:defRPr sz="3200">
                <a:latin typeface="ヒラギノ丸ゴ ProN W4"/>
                <a:ea typeface="ヒラギノ丸ゴ ProN W4"/>
                <a:cs typeface="ヒラギノ丸ゴ ProN W4"/>
                <a:sym typeface="ヒラギノ丸ゴ ProN W4"/>
              </a:defRPr>
            </a:pPr>
            <a:r>
              <a:t>git, docker, docker-compose 等々の基本的コマンド操作が独力で行えること</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153" name="MySQL を触ってみよう"/>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MySQL を触ってみよう</a:t>
            </a:r>
          </a:p>
        </p:txBody>
      </p:sp>
      <p:sp>
        <p:nvSpPr>
          <p:cNvPr id="154" name="予定する内容…"/>
          <p:cNvSpPr txBox="1"/>
          <p:nvPr>
            <p:ph type="body" idx="1"/>
          </p:nvPr>
        </p:nvSpPr>
        <p:spPr>
          <a:prstGeom prst="rect">
            <a:avLst/>
          </a:prstGeom>
        </p:spPr>
        <p:txBody>
          <a:bodyPr anchor="t"/>
          <a:lstStyle/>
          <a:p>
            <a:pPr marL="0" indent="0" defTabSz="408940">
              <a:spcBef>
                <a:spcPts val="1600"/>
              </a:spcBef>
              <a:buClrTx/>
              <a:buSzTx/>
              <a:buFontTx/>
              <a:buNone/>
              <a:defRPr sz="2800">
                <a:latin typeface="ヒラギノ丸ゴ ProN W4"/>
                <a:ea typeface="ヒラギノ丸ゴ ProN W4"/>
                <a:cs typeface="ヒラギノ丸ゴ ProN W4"/>
                <a:sym typeface="ヒラギノ丸ゴ ProN W4"/>
              </a:defRPr>
            </a:pPr>
            <a:r>
              <a:t>予定する内容</a:t>
            </a:r>
          </a:p>
          <a:p>
            <a:pPr lvl="1" marL="694407" indent="-365477" defTabSz="408940">
              <a:spcBef>
                <a:spcPts val="1600"/>
              </a:spcBef>
              <a:buClrTx/>
              <a:buSzPct val="75000"/>
              <a:buFontTx/>
              <a:buChar char="•"/>
              <a:defRPr sz="2520">
                <a:latin typeface="ヒラギノ丸ゴ ProN W4"/>
                <a:ea typeface="ヒラギノ丸ゴ ProN W4"/>
                <a:cs typeface="ヒラギノ丸ゴ ProN W4"/>
                <a:sym typeface="ヒラギノ丸ゴ ProN W4"/>
              </a:defRPr>
            </a:pPr>
            <a:r>
              <a:t>事前の諸々、雑談、フリーディスカッション  15min程度</a:t>
            </a:r>
          </a:p>
          <a:p>
            <a:pPr lvl="1" marL="694407" indent="-365477" defTabSz="408940">
              <a:spcBef>
                <a:spcPts val="1600"/>
              </a:spcBef>
              <a:buClrTx/>
              <a:buSzPct val="75000"/>
              <a:buFontTx/>
              <a:buChar char="•"/>
              <a:defRPr sz="2520">
                <a:latin typeface="ヒラギノ丸ゴ ProN W4"/>
                <a:ea typeface="ヒラギノ丸ゴ ProN W4"/>
                <a:cs typeface="ヒラギノ丸ゴ ProN W4"/>
                <a:sym typeface="ヒラギノ丸ゴ ProN W4"/>
              </a:defRPr>
            </a:pPr>
            <a:r>
              <a:t>ハンズズオン  残り全て</a:t>
            </a:r>
          </a:p>
          <a:p>
            <a:pPr marL="0" indent="0" defTabSz="408940">
              <a:spcBef>
                <a:spcPts val="1600"/>
              </a:spcBef>
              <a:buClrTx/>
              <a:buSzTx/>
              <a:buFontTx/>
              <a:buNone/>
              <a:defRPr sz="2800">
                <a:latin typeface="ヒラギノ丸ゴ ProN W4"/>
                <a:ea typeface="ヒラギノ丸ゴ ProN W4"/>
                <a:cs typeface="ヒラギノ丸ゴ ProN W4"/>
                <a:sym typeface="ヒラギノ丸ゴ ProN W4"/>
              </a:defRPr>
            </a:pPr>
            <a:r>
              <a:t>ハンズオン課題一覧</a:t>
            </a:r>
          </a:p>
          <a:p>
            <a:pPr lvl="1" marL="694407" indent="-365477" defTabSz="408940">
              <a:spcBef>
                <a:spcPts val="1600"/>
              </a:spcBef>
              <a:buClrTx/>
              <a:buSzPct val="75000"/>
              <a:buFontTx/>
              <a:buChar char="•"/>
              <a:defRPr sz="2520">
                <a:latin typeface="ヒラギノ丸ゴ ProN W4"/>
                <a:ea typeface="ヒラギノ丸ゴ ProN W4"/>
                <a:cs typeface="ヒラギノ丸ゴ ProN W4"/>
                <a:sym typeface="ヒラギノ丸ゴ ProN W4"/>
              </a:defRPr>
            </a:pPr>
            <a:r>
              <a:t>環境整備 git clone  … https://&lt;hgoe&gt;.git </a:t>
            </a:r>
          </a:p>
          <a:p>
            <a:pPr lvl="1" marL="694407" indent="-365477" defTabSz="408940">
              <a:spcBef>
                <a:spcPts val="1600"/>
              </a:spcBef>
              <a:buClrTx/>
              <a:buSzPct val="75000"/>
              <a:buFontTx/>
              <a:buChar char="•"/>
              <a:defRPr sz="2520">
                <a:latin typeface="ヒラギノ丸ゴ ProN W4"/>
                <a:ea typeface="ヒラギノ丸ゴ ProN W4"/>
                <a:cs typeface="ヒラギノ丸ゴ ProN W4"/>
                <a:sym typeface="ヒラギノ丸ゴ ProN W4"/>
              </a:defRPr>
            </a:pPr>
            <a:r>
              <a:t>起動、ログイン、パスワード</a:t>
            </a:r>
          </a:p>
          <a:p>
            <a:pPr lvl="1" marL="694407" indent="-365477" defTabSz="408940">
              <a:spcBef>
                <a:spcPts val="1600"/>
              </a:spcBef>
              <a:buClrTx/>
              <a:buSzPct val="75000"/>
              <a:buFontTx/>
              <a:buChar char="•"/>
              <a:defRPr sz="2520">
                <a:latin typeface="ヒラギノ丸ゴ ProN W4"/>
                <a:ea typeface="ヒラギノ丸ゴ ProN W4"/>
                <a:cs typeface="ヒラギノ丸ゴ ProN W4"/>
                <a:sym typeface="ヒラギノ丸ゴ ProN W4"/>
              </a:defRPr>
            </a:pPr>
            <a:r>
              <a:t>Database / Table / Index … 各種作成</a:t>
            </a:r>
          </a:p>
          <a:p>
            <a:pPr lvl="1" marL="694407" indent="-365477" defTabSz="408940">
              <a:spcBef>
                <a:spcPts val="1600"/>
              </a:spcBef>
              <a:buClrTx/>
              <a:buSzPct val="75000"/>
              <a:buFontTx/>
              <a:buChar char="•"/>
              <a:defRPr sz="2520">
                <a:latin typeface="ヒラギノ丸ゴ ProN W4"/>
                <a:ea typeface="ヒラギノ丸ゴ ProN W4"/>
                <a:cs typeface="ヒラギノ丸ゴ ProN W4"/>
                <a:sym typeface="ヒラギノ丸ゴ ProN W4"/>
              </a:defRPr>
            </a:pPr>
            <a:r>
              <a:t>Insert / Update / Delete …各種操作</a:t>
            </a:r>
          </a:p>
          <a:p>
            <a:pPr lvl="1" marL="694407" indent="-365477" defTabSz="408940">
              <a:spcBef>
                <a:spcPts val="1600"/>
              </a:spcBef>
              <a:buClrTx/>
              <a:buSzPct val="75000"/>
              <a:buFontTx/>
              <a:buChar char="•"/>
              <a:defRPr sz="2520">
                <a:solidFill>
                  <a:srgbClr val="89847F"/>
                </a:solidFill>
                <a:latin typeface="ヒラギノ丸ゴ ProN W4"/>
                <a:ea typeface="ヒラギノ丸ゴ ProN W4"/>
                <a:cs typeface="ヒラギノ丸ゴ ProN W4"/>
                <a:sym typeface="ヒラギノ丸ゴ ProN W4"/>
              </a:defRPr>
            </a:pPr>
            <a:r>
              <a:t>応用編  (やれる方/自由課題)</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156" name="MySQL を触ってみる前に"/>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MySQL を触ってみる前に</a:t>
            </a:r>
          </a:p>
        </p:txBody>
      </p:sp>
      <p:sp>
        <p:nvSpPr>
          <p:cNvPr id="157" name="みなさんの状況確認をさせてください…"/>
          <p:cNvSpPr txBox="1"/>
          <p:nvPr>
            <p:ph type="body" idx="1"/>
          </p:nvPr>
        </p:nvSpPr>
        <p:spPr>
          <a:prstGeom prst="rect">
            <a:avLst/>
          </a:prstGeom>
        </p:spPr>
        <p:txBody>
          <a:bodyPr anchor="t"/>
          <a:lstStyle/>
          <a:p>
            <a:pPr marL="0" indent="0" defTabSz="303783">
              <a:spcBef>
                <a:spcPts val="1200"/>
              </a:spcBef>
              <a:buClrTx/>
              <a:buSzTx/>
              <a:buFontTx/>
              <a:buNone/>
              <a:defRPr sz="2391">
                <a:latin typeface="ヒラギノ丸ゴ ProN W4"/>
                <a:ea typeface="ヒラギノ丸ゴ ProN W4"/>
                <a:cs typeface="ヒラギノ丸ゴ ProN W4"/>
                <a:sym typeface="ヒラギノ丸ゴ ProN W4"/>
              </a:defRPr>
            </a:pPr>
            <a:r>
              <a:t>みなさんの状況確認をさせてください</a:t>
            </a:r>
          </a:p>
          <a:p>
            <a:pPr lvl="1" marL="515845" indent="-271497" defTabSz="303783">
              <a:spcBef>
                <a:spcPts val="1200"/>
              </a:spcBef>
              <a:defRPr sz="2080">
                <a:latin typeface="ヒラギノ丸ゴ ProN W4"/>
                <a:ea typeface="ヒラギノ丸ゴ ProN W4"/>
                <a:cs typeface="ヒラギノ丸ゴ ProN W4"/>
                <a:sym typeface="ヒラギノ丸ゴ ProN W4"/>
              </a:defRPr>
            </a:pPr>
            <a:r>
              <a:t>RDBMSについて</a:t>
            </a:r>
          </a:p>
          <a:p>
            <a:pPr lvl="2" marL="760193" indent="-271497" defTabSz="303783">
              <a:spcBef>
                <a:spcPts val="1200"/>
              </a:spcBef>
              <a:defRPr sz="2080">
                <a:latin typeface="ヒラギノ丸ゴ ProN W4"/>
                <a:ea typeface="ヒラギノ丸ゴ ProN W4"/>
                <a:cs typeface="ヒラギノ丸ゴ ProN W4"/>
                <a:sym typeface="ヒラギノ丸ゴ ProN W4"/>
              </a:defRPr>
            </a:pPr>
            <a:r>
              <a:t>使った事ある (✋)</a:t>
            </a:r>
          </a:p>
          <a:p>
            <a:pPr lvl="2" marL="760193" indent="-271497" defTabSz="303783">
              <a:spcBef>
                <a:spcPts val="1200"/>
              </a:spcBef>
              <a:defRPr sz="2080">
                <a:latin typeface="ヒラギノ丸ゴ ProN W4"/>
                <a:ea typeface="ヒラギノ丸ゴ ProN W4"/>
                <a:cs typeface="ヒラギノ丸ゴ ProN W4"/>
                <a:sym typeface="ヒラギノ丸ゴ ProN W4"/>
              </a:defRPr>
            </a:pPr>
            <a:r>
              <a:t>RDBMSが好きで仕方ない (✋)</a:t>
            </a:r>
          </a:p>
          <a:p>
            <a:pPr lvl="1" marL="515845" indent="-271497" defTabSz="303783">
              <a:spcBef>
                <a:spcPts val="1200"/>
              </a:spcBef>
              <a:defRPr sz="2080">
                <a:latin typeface="ヒラギノ丸ゴ ProN W4"/>
                <a:ea typeface="ヒラギノ丸ゴ ProN W4"/>
                <a:cs typeface="ヒラギノ丸ゴ ProN W4"/>
                <a:sym typeface="ヒラギノ丸ゴ ProN W4"/>
              </a:defRPr>
            </a:pPr>
            <a:r>
              <a:t>SQL/Queryについて</a:t>
            </a:r>
          </a:p>
          <a:p>
            <a:pPr lvl="2" marL="760193" indent="-271497" defTabSz="303783">
              <a:spcBef>
                <a:spcPts val="1200"/>
              </a:spcBef>
              <a:defRPr sz="2080">
                <a:latin typeface="ヒラギノ丸ゴ ProN W4"/>
                <a:ea typeface="ヒラギノ丸ゴ ProN W4"/>
                <a:cs typeface="ヒラギノ丸ゴ ProN W4"/>
                <a:sym typeface="ヒラギノ丸ゴ ProN W4"/>
              </a:defRPr>
            </a:pPr>
            <a:r>
              <a:t>何となく知っている/聞いた事はある (✋)</a:t>
            </a:r>
          </a:p>
          <a:p>
            <a:pPr lvl="2" marL="760193" indent="-271497" defTabSz="303783">
              <a:spcBef>
                <a:spcPts val="1200"/>
              </a:spcBef>
              <a:defRPr sz="2080">
                <a:latin typeface="ヒラギノ丸ゴ ProN W4"/>
                <a:ea typeface="ヒラギノ丸ゴ ProN W4"/>
                <a:cs typeface="ヒラギノ丸ゴ ProN W4"/>
                <a:sym typeface="ヒラギノ丸ゴ ProN W4"/>
              </a:defRPr>
            </a:pPr>
            <a:r>
              <a:t>常にパフォーマンスを意識してSQLを書いている (✋)</a:t>
            </a:r>
          </a:p>
          <a:p>
            <a:pPr lvl="1" marL="515845" indent="-271497" defTabSz="303783">
              <a:spcBef>
                <a:spcPts val="1200"/>
              </a:spcBef>
              <a:defRPr sz="2080">
                <a:latin typeface="ヒラギノ丸ゴ ProN W4"/>
                <a:ea typeface="ヒラギノ丸ゴ ProN W4"/>
                <a:cs typeface="ヒラギノ丸ゴ ProN W4"/>
                <a:sym typeface="ヒラギノ丸ゴ ProN W4"/>
              </a:defRPr>
            </a:pPr>
            <a:r>
              <a:t>RDBMSとその仲間</a:t>
            </a:r>
          </a:p>
          <a:p>
            <a:pPr lvl="2" marL="760193" indent="-271497" defTabSz="303783">
              <a:spcBef>
                <a:spcPts val="1200"/>
              </a:spcBef>
              <a:defRPr sz="2080">
                <a:latin typeface="ヒラギノ丸ゴ ProN W4"/>
                <a:ea typeface="ヒラギノ丸ゴ ProN W4"/>
                <a:cs typeface="ヒラギノ丸ゴ ProN W4"/>
                <a:sym typeface="ヒラギノ丸ゴ ProN W4"/>
              </a:defRPr>
            </a:pPr>
            <a:r>
              <a:t>PostgreSQL、MySQLはいずれもRDBMSである (✋)</a:t>
            </a:r>
          </a:p>
          <a:p>
            <a:pPr lvl="2" marL="760193" indent="-271497" defTabSz="303783">
              <a:spcBef>
                <a:spcPts val="1200"/>
              </a:spcBef>
              <a:defRPr sz="2080">
                <a:latin typeface="ヒラギノ丸ゴ ProN W4"/>
                <a:ea typeface="ヒラギノ丸ゴ ProN W4"/>
                <a:cs typeface="ヒラギノ丸ゴ ProN W4"/>
                <a:sym typeface="ヒラギノ丸ゴ ProN W4"/>
              </a:defRPr>
            </a:pPr>
            <a:r>
              <a:t>MongoDBもRDBMSである (✋)</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159" name="MySQL を触ってみる前に"/>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MySQL を触ってみる前に</a:t>
            </a:r>
          </a:p>
        </p:txBody>
      </p:sp>
      <p:sp>
        <p:nvSpPr>
          <p:cNvPr id="160" name="さて、RDBMSってそもそもなに？…"/>
          <p:cNvSpPr txBox="1"/>
          <p:nvPr>
            <p:ph type="body" idx="1"/>
          </p:nvPr>
        </p:nvSpPr>
        <p:spPr>
          <a:prstGeom prst="rect">
            <a:avLst/>
          </a:prstGeom>
        </p:spPr>
        <p:txBody>
          <a:bodyPr anchor="t"/>
          <a:lstStyle/>
          <a:p>
            <a:pPr marL="0" indent="0">
              <a:buClrTx/>
              <a:buSzTx/>
              <a:buFontTx/>
              <a:buNone/>
              <a:defRPr sz="4600">
                <a:latin typeface="ヒラギノ丸ゴ ProN W4"/>
                <a:ea typeface="ヒラギノ丸ゴ ProN W4"/>
                <a:cs typeface="ヒラギノ丸ゴ ProN W4"/>
                <a:sym typeface="ヒラギノ丸ゴ ProN W4"/>
              </a:defRPr>
            </a:pPr>
            <a:r>
              <a:t>さて、RDBMSってそもそもなに？</a:t>
            </a:r>
          </a:p>
          <a:p>
            <a:pPr lvl="1" marL="992011" indent="-522111">
              <a:defRPr sz="4000">
                <a:latin typeface="ヒラギノ丸ゴ ProN W4"/>
                <a:ea typeface="ヒラギノ丸ゴ ProN W4"/>
                <a:cs typeface="ヒラギノ丸ゴ ProN W4"/>
                <a:sym typeface="ヒラギノ丸ゴ ProN W4"/>
              </a:defRPr>
            </a:pPr>
            <a:r>
              <a:t>DataBase とは</a:t>
            </a:r>
          </a:p>
          <a:p>
            <a:pPr lvl="4" marL="0" indent="914400" defTabSz="457200">
              <a:lnSpc>
                <a:spcPts val="5200"/>
              </a:lnSpc>
              <a:spcBef>
                <a:spcPts val="0"/>
              </a:spcBef>
              <a:buClrTx/>
              <a:buSzTx/>
              <a:buFontTx/>
              <a:buNone/>
              <a:defRPr sz="3000">
                <a:solidFill>
                  <a:srgbClr val="3C4043"/>
                </a:solidFill>
                <a:latin typeface="Arial"/>
                <a:ea typeface="Arial"/>
                <a:cs typeface="Arial"/>
                <a:sym typeface="Arial"/>
              </a:defRPr>
            </a:pPr>
            <a:r>
              <a:rPr b="1">
                <a:solidFill>
                  <a:srgbClr val="52565A"/>
                </a:solidFill>
              </a:rPr>
              <a:t>データベース</a:t>
            </a:r>
            <a:r>
              <a:t>（英: </a:t>
            </a:r>
            <a:r>
              <a:rPr b="1">
                <a:solidFill>
                  <a:srgbClr val="52565A"/>
                </a:solidFill>
              </a:rPr>
              <a:t>database</a:t>
            </a:r>
            <a:r>
              <a:t>, DB）とは、検索や蓄積が容易に</a:t>
            </a:r>
          </a:p>
          <a:p>
            <a:pPr lvl="4" marL="0" indent="914400" defTabSz="457200">
              <a:lnSpc>
                <a:spcPts val="5200"/>
              </a:lnSpc>
              <a:spcBef>
                <a:spcPts val="0"/>
              </a:spcBef>
              <a:buClrTx/>
              <a:buSzTx/>
              <a:buFontTx/>
              <a:buNone/>
              <a:defRPr sz="2600">
                <a:solidFill>
                  <a:srgbClr val="3C4043"/>
                </a:solidFill>
                <a:latin typeface="Arial"/>
                <a:ea typeface="Arial"/>
                <a:cs typeface="Arial"/>
                <a:sym typeface="Arial"/>
              </a:defRPr>
            </a:pPr>
            <a:r>
              <a:rPr sz="3000"/>
              <a:t>できるよう整理された情報の集まり</a:t>
            </a:r>
            <a:r>
              <a:t> via Wikipedia</a:t>
            </a:r>
          </a:p>
          <a:p>
            <a:pPr lvl="1" marL="992011" indent="-522111">
              <a:defRPr sz="4000">
                <a:latin typeface="ヒラギノ丸ゴ ProN W4"/>
                <a:ea typeface="ヒラギノ丸ゴ ProN W4"/>
                <a:cs typeface="ヒラギノ丸ゴ ProN W4"/>
                <a:sym typeface="ヒラギノ丸ゴ ProN W4"/>
              </a:defRPr>
            </a:pPr>
            <a:r>
              <a:t>Relational とは</a:t>
            </a:r>
          </a:p>
          <a:p>
            <a:pPr lvl="4" marL="0" indent="914400">
              <a:buClrTx/>
              <a:buSzTx/>
              <a:buFontTx/>
              <a:buNone/>
              <a:defRPr sz="3200">
                <a:latin typeface="ヒラギノ丸ゴ ProN W4"/>
                <a:ea typeface="ヒラギノ丸ゴ ProN W4"/>
                <a:cs typeface="ヒラギノ丸ゴ ProN W4"/>
                <a:sym typeface="ヒラギノ丸ゴ ProN W4"/>
              </a:defRPr>
            </a:pPr>
            <a:r>
              <a:t>「関係」とは果たして何と何との関係でしょうか？</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162" name="MySQL を触ってみる前に"/>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MySQL を触ってみる前に</a:t>
            </a:r>
          </a:p>
        </p:txBody>
      </p:sp>
      <p:sp>
        <p:nvSpPr>
          <p:cNvPr id="163" name="人事部がもしRDBMSをつかうとしたら？…"/>
          <p:cNvSpPr txBox="1"/>
          <p:nvPr>
            <p:ph type="body" idx="1"/>
          </p:nvPr>
        </p:nvSpPr>
        <p:spPr>
          <a:prstGeom prst="rect">
            <a:avLst/>
          </a:prstGeom>
        </p:spPr>
        <p:txBody>
          <a:bodyPr anchor="t"/>
          <a:lstStyle/>
          <a:p>
            <a:pPr marL="0" indent="0" defTabSz="531622">
              <a:spcBef>
                <a:spcPts val="2100"/>
              </a:spcBef>
              <a:buClrTx/>
              <a:buSzTx/>
              <a:buFontTx/>
              <a:buNone/>
              <a:defRPr sz="4186">
                <a:latin typeface="ヒラギノ丸ゴ ProN W4"/>
                <a:ea typeface="ヒラギノ丸ゴ ProN W4"/>
                <a:cs typeface="ヒラギノ丸ゴ ProN W4"/>
                <a:sym typeface="ヒラギノ丸ゴ ProN W4"/>
              </a:defRPr>
            </a:pPr>
            <a:r>
              <a:t>人事部がもしRDBMSをつかうとしたら？</a:t>
            </a:r>
          </a:p>
          <a:p>
            <a:pPr lvl="1" marL="973998" indent="-546389" defTabSz="531622">
              <a:spcBef>
                <a:spcPts val="2100"/>
              </a:spcBef>
              <a:buClrTx/>
              <a:buSzPct val="75000"/>
              <a:buFontTx/>
              <a:buChar char="•"/>
              <a:defRPr sz="3276">
                <a:latin typeface="ヒラギノ丸ゴ ProN W4"/>
                <a:ea typeface="ヒラギノ丸ゴ ProN W4"/>
                <a:cs typeface="ヒラギノ丸ゴ ProN W4"/>
                <a:sym typeface="ヒラギノ丸ゴ ProN W4"/>
              </a:defRPr>
            </a:pPr>
            <a:r>
              <a:t>社員表(社員番号、指名、年齢、入社日、部門id、給与id)</a:t>
            </a:r>
          </a:p>
          <a:p>
            <a:pPr lvl="1" marL="973998" indent="-546389" defTabSz="531622">
              <a:spcBef>
                <a:spcPts val="2100"/>
              </a:spcBef>
              <a:buClrTx/>
              <a:buSzPct val="75000"/>
              <a:buFontTx/>
              <a:buChar char="•"/>
              <a:defRPr sz="3276">
                <a:latin typeface="ヒラギノ丸ゴ ProN W4"/>
                <a:ea typeface="ヒラギノ丸ゴ ProN W4"/>
                <a:cs typeface="ヒラギノ丸ゴ ProN W4"/>
                <a:sym typeface="ヒラギノ丸ゴ ProN W4"/>
              </a:defRPr>
            </a:pPr>
            <a:r>
              <a:t>部門表(部門id、部門名、内線番号、所在地)</a:t>
            </a:r>
          </a:p>
          <a:p>
            <a:pPr lvl="1" marL="973998" indent="-546389" defTabSz="531622">
              <a:spcBef>
                <a:spcPts val="2100"/>
              </a:spcBef>
              <a:buClrTx/>
              <a:buSzPct val="75000"/>
              <a:buFontTx/>
              <a:buChar char="•"/>
              <a:defRPr sz="3276">
                <a:latin typeface="ヒラギノ丸ゴ ProN W4"/>
                <a:ea typeface="ヒラギノ丸ゴ ProN W4"/>
                <a:cs typeface="ヒラギノ丸ゴ ProN W4"/>
                <a:sym typeface="ヒラギノ丸ゴ ProN W4"/>
              </a:defRPr>
            </a:pPr>
            <a:r>
              <a:t>給与表(給与id、給与額)</a:t>
            </a:r>
          </a:p>
          <a:p>
            <a:pPr lvl="1" marL="0" indent="208026" defTabSz="531622">
              <a:spcBef>
                <a:spcPts val="2100"/>
              </a:spcBef>
              <a:buClrTx/>
              <a:buSzTx/>
              <a:buFontTx/>
              <a:buNone/>
              <a:defRPr sz="3276">
                <a:latin typeface="ヒラギノ丸ゴ ProN W4"/>
                <a:ea typeface="ヒラギノ丸ゴ ProN W4"/>
                <a:cs typeface="ヒラギノ丸ゴ ProN W4"/>
                <a:sym typeface="ヒラギノ丸ゴ ProN W4"/>
              </a:defRPr>
            </a:pPr>
            <a:r>
              <a:t>この表とデータ構造において、何が適切(あるいは不適切か)を様々な視点/要件で捉え、データを使う側の状況応じて柔軟に”関係モデル”を構築するのに適切な「データ保管庫」が ______ </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165" name="カリキュラムの具体的な進め方"/>
          <p:cNvSpPr txBox="1"/>
          <p:nvPr/>
        </p:nvSpPr>
        <p:spPr>
          <a:xfrm>
            <a:off x="508000" y="793750"/>
            <a:ext cx="11988800" cy="1219200"/>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normAutofit fontScale="100000" lnSpcReduction="0"/>
          </a:bodyPr>
          <a:lstStyle/>
          <a:p>
            <a:pPr lvl="1" algn="l">
              <a:lnSpc>
                <a:spcPct val="90000"/>
              </a:lnSpc>
              <a:spcBef>
                <a:spcPts val="1600"/>
              </a:spcBef>
              <a:defRPr sz="6000">
                <a:solidFill>
                  <a:srgbClr val="2B6B97"/>
                </a:solidFill>
                <a:latin typeface="ヒラギノ丸ゴ ProN W4"/>
                <a:ea typeface="ヒラギノ丸ゴ ProN W4"/>
                <a:cs typeface="ヒラギノ丸ゴ ProN W4"/>
                <a:sym typeface="ヒラギノ丸ゴ ProN W4"/>
              </a:defRPr>
            </a:pPr>
            <a:r>
              <a:t>カリキュラムの具体的な進め方</a:t>
            </a:r>
          </a:p>
        </p:txBody>
      </p:sp>
      <p:grpSp>
        <p:nvGrpSpPr>
          <p:cNvPr id="176" name="Group"/>
          <p:cNvGrpSpPr/>
          <p:nvPr/>
        </p:nvGrpSpPr>
        <p:grpSpPr>
          <a:xfrm>
            <a:off x="6990869" y="2624123"/>
            <a:ext cx="5546170" cy="4505354"/>
            <a:chOff x="0" y="0"/>
            <a:chExt cx="5546168" cy="4505352"/>
          </a:xfrm>
        </p:grpSpPr>
        <p:sp>
          <p:nvSpPr>
            <p:cNvPr id="166" name="Rounded Rectangle"/>
            <p:cNvSpPr/>
            <p:nvPr/>
          </p:nvSpPr>
          <p:spPr>
            <a:xfrm>
              <a:off x="0" y="0"/>
              <a:ext cx="5546169" cy="3496575"/>
            </a:xfrm>
            <a:prstGeom prst="roundRect">
              <a:avLst>
                <a:gd name="adj" fmla="val 11762"/>
              </a:avLst>
            </a:prstGeom>
            <a:gradFill flip="none" rotWithShape="1">
              <a:gsLst>
                <a:gs pos="0">
                  <a:schemeClr val="accent1">
                    <a:hueOff val="369194"/>
                    <a:satOff val="6343"/>
                    <a:lumOff val="-13963"/>
                    <a:alpha val="50056"/>
                  </a:schemeClr>
                </a:gs>
                <a:gs pos="100000">
                  <a:schemeClr val="accent1">
                    <a:hueOff val="-113918"/>
                    <a:satOff val="19024"/>
                    <a:lumOff val="19749"/>
                    <a:alpha val="50056"/>
                  </a:schemeClr>
                </a:gs>
              </a:gsLst>
              <a:lin ang="5400000" scaled="0"/>
            </a:gradFill>
            <a:ln w="12700" cap="flat">
              <a:noFill/>
              <a:miter lim="400000"/>
            </a:ln>
            <a:effectLst/>
          </p:spPr>
          <p:txBody>
            <a:bodyPr wrap="square" lIns="27093" tIns="27093" rIns="27093" bIns="27093" numCol="1" anchor="ctr">
              <a:noAutofit/>
            </a:bodyPr>
            <a:lstStyle/>
            <a:p>
              <a:pPr defTabSz="587022">
                <a:defRPr sz="3000">
                  <a:solidFill>
                    <a:srgbClr val="FFFFFF"/>
                  </a:solidFill>
                  <a:effectLst>
                    <a:outerShdw sx="100000" sy="100000" kx="0" ky="0" algn="b" rotWithShape="0" blurRad="25400" dist="33948" dir="2700000">
                      <a:srgbClr val="3B3936"/>
                    </a:outerShdw>
                  </a:effectLst>
                </a:defRPr>
              </a:pPr>
            </a:p>
          </p:txBody>
        </p:sp>
        <p:sp>
          <p:nvSpPr>
            <p:cNvPr id="167" name="Notebook"/>
            <p:cNvSpPr/>
            <p:nvPr/>
          </p:nvSpPr>
          <p:spPr>
            <a:xfrm>
              <a:off x="1886938" y="3618045"/>
              <a:ext cx="1584015" cy="887308"/>
            </a:xfrm>
            <a:custGeom>
              <a:avLst/>
              <a:gdLst/>
              <a:ahLst/>
              <a:cxnLst>
                <a:cxn ang="0">
                  <a:pos x="wd2" y="hd2"/>
                </a:cxn>
                <a:cxn ang="5400000">
                  <a:pos x="wd2" y="hd2"/>
                </a:cxn>
                <a:cxn ang="10800000">
                  <a:pos x="wd2" y="hd2"/>
                </a:cxn>
                <a:cxn ang="16200000">
                  <a:pos x="wd2" y="hd2"/>
                </a:cxn>
              </a:cxnLst>
              <a:rect l="0" t="0" r="r" b="b"/>
              <a:pathLst>
                <a:path w="21600" h="21599" fill="norm" stroke="1" extrusionOk="0">
                  <a:moveTo>
                    <a:pt x="1952" y="0"/>
                  </a:moveTo>
                  <a:cubicBezTo>
                    <a:pt x="1421" y="0"/>
                    <a:pt x="1439" y="771"/>
                    <a:pt x="1439" y="1718"/>
                  </a:cubicBezTo>
                  <a:lnTo>
                    <a:pt x="1439" y="19328"/>
                  </a:lnTo>
                  <a:lnTo>
                    <a:pt x="0" y="19328"/>
                  </a:lnTo>
                  <a:cubicBezTo>
                    <a:pt x="0" y="19328"/>
                    <a:pt x="0" y="19890"/>
                    <a:pt x="0" y="20529"/>
                  </a:cubicBezTo>
                  <a:cubicBezTo>
                    <a:pt x="0" y="21600"/>
                    <a:pt x="190" y="21599"/>
                    <a:pt x="896" y="21599"/>
                  </a:cubicBezTo>
                  <a:lnTo>
                    <a:pt x="10332" y="21599"/>
                  </a:lnTo>
                  <a:lnTo>
                    <a:pt x="11268" y="21599"/>
                  </a:lnTo>
                  <a:lnTo>
                    <a:pt x="20704" y="21599"/>
                  </a:lnTo>
                  <a:cubicBezTo>
                    <a:pt x="21367" y="21599"/>
                    <a:pt x="21600" y="21600"/>
                    <a:pt x="21600" y="20529"/>
                  </a:cubicBezTo>
                  <a:cubicBezTo>
                    <a:pt x="21600" y="19890"/>
                    <a:pt x="21600" y="19328"/>
                    <a:pt x="21600" y="19328"/>
                  </a:cubicBezTo>
                  <a:lnTo>
                    <a:pt x="20161" y="19328"/>
                  </a:lnTo>
                  <a:lnTo>
                    <a:pt x="20161" y="1718"/>
                  </a:lnTo>
                  <a:cubicBezTo>
                    <a:pt x="20161" y="771"/>
                    <a:pt x="20196" y="0"/>
                    <a:pt x="19665" y="0"/>
                  </a:cubicBezTo>
                  <a:lnTo>
                    <a:pt x="1952" y="0"/>
                  </a:lnTo>
                  <a:close/>
                  <a:moveTo>
                    <a:pt x="2475" y="1849"/>
                  </a:moveTo>
                  <a:lnTo>
                    <a:pt x="19125" y="1849"/>
                  </a:lnTo>
                  <a:lnTo>
                    <a:pt x="19125" y="19328"/>
                  </a:lnTo>
                  <a:lnTo>
                    <a:pt x="11268" y="19328"/>
                  </a:lnTo>
                  <a:lnTo>
                    <a:pt x="10332" y="19328"/>
                  </a:lnTo>
                  <a:lnTo>
                    <a:pt x="2475" y="19328"/>
                  </a:lnTo>
                  <a:lnTo>
                    <a:pt x="2475" y="1849"/>
                  </a:lnTo>
                  <a:close/>
                </a:path>
              </a:pathLst>
            </a:custGeom>
            <a:blipFill rotWithShape="1">
              <a:blip r:embed="rId2"/>
              <a:srcRect l="0" t="0" r="0" b="0"/>
              <a:tile tx="0" ty="0" sx="100000" sy="100000" flip="none" algn="tl"/>
            </a:blipFill>
            <a:ln w="12700" cap="flat">
              <a:noFill/>
              <a:miter lim="400000"/>
            </a:ln>
            <a:effectLst/>
          </p:spPr>
          <p:txBody>
            <a:bodyPr wrap="square" lIns="27093" tIns="27093" rIns="27093" bIns="27093" numCol="1" anchor="ctr">
              <a:noAutofit/>
            </a:bodyPr>
            <a:lstStyle/>
            <a:p>
              <a:pPr defTabSz="587022">
                <a:defRPr sz="3000">
                  <a:solidFill>
                    <a:srgbClr val="FFFFFF"/>
                  </a:solidFill>
                  <a:effectLst>
                    <a:outerShdw sx="100000" sy="100000" kx="0" ky="0" algn="b" rotWithShape="0" blurRad="25400" dist="33948" dir="2700000">
                      <a:srgbClr val="3B3936"/>
                    </a:outerShdw>
                  </a:effectLst>
                </a:defRPr>
              </a:pPr>
            </a:p>
          </p:txBody>
        </p:sp>
        <p:sp>
          <p:nvSpPr>
            <p:cNvPr id="168" name="作業者の端末"/>
            <p:cNvSpPr txBox="1"/>
            <p:nvPr/>
          </p:nvSpPr>
          <p:spPr>
            <a:xfrm>
              <a:off x="2074001" y="3936181"/>
              <a:ext cx="1209888" cy="25103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27093" tIns="27093" rIns="27093" bIns="27093" numCol="1" anchor="ctr">
              <a:spAutoFit/>
            </a:bodyPr>
            <a:lstStyle>
              <a:lvl1pPr defTabSz="587022">
                <a:defRPr sz="1500">
                  <a:latin typeface="ヒラギノ丸ゴ ProN W4"/>
                  <a:ea typeface="ヒラギノ丸ゴ ProN W4"/>
                  <a:cs typeface="ヒラギノ丸ゴ ProN W4"/>
                  <a:sym typeface="ヒラギノ丸ゴ ProN W4"/>
                </a:defRPr>
              </a:lvl1pPr>
            </a:lstStyle>
            <a:p>
              <a:pPr/>
              <a:r>
                <a:t>作業者の端末</a:t>
              </a:r>
            </a:p>
          </p:txBody>
        </p:sp>
        <p:sp>
          <p:nvSpPr>
            <p:cNvPr id="169" name="LinuxVM"/>
            <p:cNvSpPr txBox="1"/>
            <p:nvPr/>
          </p:nvSpPr>
          <p:spPr>
            <a:xfrm>
              <a:off x="779347" y="3006325"/>
              <a:ext cx="1260204" cy="4224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27093" tIns="27093" rIns="27093" bIns="27093" numCol="1" anchor="ctr">
              <a:spAutoFit/>
            </a:bodyPr>
            <a:lstStyle>
              <a:lvl1pPr defTabSz="587022">
                <a:defRPr sz="2200">
                  <a:solidFill>
                    <a:schemeClr val="accent1">
                      <a:hueOff val="369196"/>
                      <a:satOff val="13972"/>
                      <a:lumOff val="-24493"/>
                    </a:schemeClr>
                  </a:solidFill>
                </a:defRPr>
              </a:lvl1pPr>
            </a:lstStyle>
            <a:p>
              <a:pPr/>
              <a:r>
                <a:t>LinuxVM</a:t>
              </a:r>
            </a:p>
          </p:txBody>
        </p:sp>
        <p:sp>
          <p:nvSpPr>
            <p:cNvPr id="170" name="Shell login"/>
            <p:cNvSpPr/>
            <p:nvPr/>
          </p:nvSpPr>
          <p:spPr>
            <a:xfrm>
              <a:off x="319718" y="363853"/>
              <a:ext cx="2179461" cy="1040899"/>
            </a:xfrm>
            <a:prstGeom prst="roundRect">
              <a:avLst>
                <a:gd name="adj" fmla="val 15558"/>
              </a:avLst>
            </a:prstGeom>
            <a:gradFill flip="none" rotWithShape="1">
              <a:gsLst>
                <a:gs pos="0">
                  <a:schemeClr val="accent1">
                    <a:hueOff val="369194"/>
                    <a:satOff val="6343"/>
                    <a:lumOff val="-13963"/>
                    <a:alpha val="70094"/>
                  </a:schemeClr>
                </a:gs>
                <a:gs pos="100000">
                  <a:schemeClr val="accent1">
                    <a:hueOff val="-113918"/>
                    <a:satOff val="19024"/>
                    <a:lumOff val="19749"/>
                    <a:alpha val="70094"/>
                  </a:schemeClr>
                </a:gs>
              </a:gsLst>
              <a:lin ang="5400000" scaled="0"/>
            </a:gradFill>
            <a:ln w="12700" cap="flat">
              <a:noFill/>
              <a:miter lim="400000"/>
            </a:ln>
            <a:effectLst/>
            <a:extLst>
              <a:ext uri="{C572A759-6A51-4108-AA02-DFA0A04FC94B}">
                <ma14:wrappingTextBoxFlag xmlns:ma14="http://schemas.microsoft.com/office/mac/drawingml/2011/main" val="1"/>
              </a:ext>
            </a:extLst>
          </p:spPr>
          <p:txBody>
            <a:bodyPr wrap="square" lIns="27093" tIns="27093" rIns="27093" bIns="27093" numCol="1" anchor="ctr">
              <a:noAutofit/>
            </a:bodyPr>
            <a:lstStyle>
              <a:lvl1pPr defTabSz="587022">
                <a:defRPr sz="2900">
                  <a:solidFill>
                    <a:srgbClr val="FFFFFF"/>
                  </a:solidFill>
                  <a:effectLst>
                    <a:outerShdw sx="100000" sy="100000" kx="0" ky="0" algn="b" rotWithShape="0" blurRad="25400" dist="33948" dir="2700000">
                      <a:srgbClr val="3B3936"/>
                    </a:outerShdw>
                  </a:effectLst>
                </a:defRPr>
              </a:lvl1pPr>
            </a:lstStyle>
            <a:p>
              <a:pPr/>
              <a:r>
                <a:t>Shell login</a:t>
              </a:r>
            </a:p>
          </p:txBody>
        </p:sp>
        <p:sp>
          <p:nvSpPr>
            <p:cNvPr id="171" name="Rounded Rectangle"/>
            <p:cNvSpPr/>
            <p:nvPr/>
          </p:nvSpPr>
          <p:spPr>
            <a:xfrm>
              <a:off x="2935251" y="363853"/>
              <a:ext cx="2260971" cy="2802811"/>
            </a:xfrm>
            <a:prstGeom prst="roundRect">
              <a:avLst>
                <a:gd name="adj" fmla="val 7430"/>
              </a:avLst>
            </a:prstGeom>
            <a:gradFill flip="none" rotWithShape="1">
              <a:gsLst>
                <a:gs pos="0">
                  <a:schemeClr val="accent2">
                    <a:hueOff val="597264"/>
                    <a:satOff val="5158"/>
                    <a:lumOff val="-17289"/>
                    <a:alpha val="70094"/>
                  </a:schemeClr>
                </a:gs>
                <a:gs pos="100000">
                  <a:schemeClr val="accent2">
                    <a:hueOff val="-602737"/>
                    <a:satOff val="7170"/>
                    <a:lumOff val="14117"/>
                    <a:alpha val="70094"/>
                  </a:schemeClr>
                </a:gs>
              </a:gsLst>
              <a:lin ang="5400000" scaled="0"/>
            </a:gradFill>
            <a:ln w="12700" cap="flat">
              <a:noFill/>
              <a:miter lim="400000"/>
            </a:ln>
            <a:effectLst/>
          </p:spPr>
          <p:txBody>
            <a:bodyPr wrap="square" lIns="27093" tIns="27093" rIns="27093" bIns="27093" numCol="1" anchor="ctr">
              <a:noAutofit/>
            </a:bodyPr>
            <a:lstStyle/>
            <a:p>
              <a:pPr defTabSz="587022">
                <a:defRPr sz="3000">
                  <a:solidFill>
                    <a:srgbClr val="FFFFFF"/>
                  </a:solidFill>
                  <a:effectLst>
                    <a:outerShdw sx="100000" sy="100000" kx="0" ky="0" algn="b" rotWithShape="0" blurRad="25400" dist="33948" dir="2700000">
                      <a:srgbClr val="3B3936"/>
                    </a:outerShdw>
                  </a:effectLst>
                </a:defRPr>
              </a:pPr>
            </a:p>
          </p:txBody>
        </p:sp>
        <p:sp>
          <p:nvSpPr>
            <p:cNvPr id="172" name="Docker0"/>
            <p:cNvSpPr txBox="1"/>
            <p:nvPr/>
          </p:nvSpPr>
          <p:spPr>
            <a:xfrm>
              <a:off x="3516262" y="2927613"/>
              <a:ext cx="1098949" cy="42248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27093" tIns="27093" rIns="27093" bIns="27093" numCol="1" anchor="ctr">
              <a:spAutoFit/>
            </a:bodyPr>
            <a:lstStyle>
              <a:lvl1pPr defTabSz="587022">
                <a:defRPr sz="2200">
                  <a:solidFill>
                    <a:schemeClr val="accent3">
                      <a:hueOff val="702212"/>
                      <a:satOff val="1394"/>
                      <a:lumOff val="-28495"/>
                    </a:schemeClr>
                  </a:solidFill>
                </a:defRPr>
              </a:lvl1pPr>
            </a:lstStyle>
            <a:p>
              <a:pPr/>
              <a:r>
                <a:t>Docker0</a:t>
              </a:r>
            </a:p>
          </p:txBody>
        </p:sp>
        <p:sp>
          <p:nvSpPr>
            <p:cNvPr id="173" name="Container"/>
            <p:cNvSpPr/>
            <p:nvPr/>
          </p:nvSpPr>
          <p:spPr>
            <a:xfrm>
              <a:off x="3162820" y="566946"/>
              <a:ext cx="1805832" cy="481385"/>
            </a:xfrm>
            <a:prstGeom prst="roundRect">
              <a:avLst>
                <a:gd name="adj" fmla="val 27873"/>
              </a:avLst>
            </a:prstGeom>
            <a:gradFill flip="none" rotWithShape="1">
              <a:gsLst>
                <a:gs pos="0">
                  <a:schemeClr val="accent3">
                    <a:hueOff val="708446"/>
                    <a:satOff val="-4821"/>
                    <a:lumOff val="-14251"/>
                    <a:alpha val="70094"/>
                  </a:schemeClr>
                </a:gs>
                <a:gs pos="100000">
                  <a:schemeClr val="accent3">
                    <a:hueOff val="-72299"/>
                    <a:satOff val="19597"/>
                    <a:lumOff val="11238"/>
                    <a:alpha val="70094"/>
                  </a:schemeClr>
                </a:gs>
              </a:gsLst>
              <a:lin ang="5400000" scaled="0"/>
            </a:gradFill>
            <a:ln w="12700" cap="flat">
              <a:noFill/>
              <a:miter lim="400000"/>
            </a:ln>
            <a:effectLst/>
            <a:extLst>
              <a:ext uri="{C572A759-6A51-4108-AA02-DFA0A04FC94B}">
                <ma14:wrappingTextBoxFlag xmlns:ma14="http://schemas.microsoft.com/office/mac/drawingml/2011/main" val="1"/>
              </a:ext>
            </a:extLst>
          </p:spPr>
          <p:txBody>
            <a:bodyPr wrap="square" lIns="27093" tIns="27093" rIns="27093" bIns="27093" numCol="1" anchor="ctr">
              <a:noAutofit/>
            </a:bodyPr>
            <a:lstStyle>
              <a:lvl1pPr defTabSz="587022">
                <a:defRPr sz="2300">
                  <a:solidFill>
                    <a:srgbClr val="FFFFFF"/>
                  </a:solidFill>
                  <a:effectLst>
                    <a:outerShdw sx="100000" sy="100000" kx="0" ky="0" algn="b" rotWithShape="0" blurRad="25400" dist="33948" dir="2700000">
                      <a:srgbClr val="3B3936"/>
                    </a:outerShdw>
                  </a:effectLst>
                </a:defRPr>
              </a:lvl1pPr>
            </a:lstStyle>
            <a:p>
              <a:pPr/>
              <a:r>
                <a:t>Container</a:t>
              </a:r>
            </a:p>
          </p:txBody>
        </p:sp>
        <p:sp>
          <p:nvSpPr>
            <p:cNvPr id="174" name="Container"/>
            <p:cNvSpPr/>
            <p:nvPr/>
          </p:nvSpPr>
          <p:spPr>
            <a:xfrm>
              <a:off x="3162820" y="1223040"/>
              <a:ext cx="1805832" cy="481385"/>
            </a:xfrm>
            <a:prstGeom prst="roundRect">
              <a:avLst>
                <a:gd name="adj" fmla="val 27873"/>
              </a:avLst>
            </a:prstGeom>
            <a:gradFill flip="none" rotWithShape="1">
              <a:gsLst>
                <a:gs pos="0">
                  <a:schemeClr val="accent3">
                    <a:hueOff val="708446"/>
                    <a:satOff val="-4821"/>
                    <a:lumOff val="-14251"/>
                    <a:alpha val="70094"/>
                  </a:schemeClr>
                </a:gs>
                <a:gs pos="100000">
                  <a:schemeClr val="accent3">
                    <a:hueOff val="-72299"/>
                    <a:satOff val="19597"/>
                    <a:lumOff val="11238"/>
                    <a:alpha val="70094"/>
                  </a:schemeClr>
                </a:gs>
              </a:gsLst>
              <a:lin ang="5400000" scaled="0"/>
            </a:gradFill>
            <a:ln w="12700" cap="flat">
              <a:noFill/>
              <a:miter lim="400000"/>
            </a:ln>
            <a:effectLst/>
            <a:extLst>
              <a:ext uri="{C572A759-6A51-4108-AA02-DFA0A04FC94B}">
                <ma14:wrappingTextBoxFlag xmlns:ma14="http://schemas.microsoft.com/office/mac/drawingml/2011/main" val="1"/>
              </a:ext>
            </a:extLst>
          </p:spPr>
          <p:txBody>
            <a:bodyPr wrap="square" lIns="27093" tIns="27093" rIns="27093" bIns="27093" numCol="1" anchor="ctr">
              <a:noAutofit/>
            </a:bodyPr>
            <a:lstStyle>
              <a:lvl1pPr defTabSz="587022">
                <a:defRPr sz="2300">
                  <a:solidFill>
                    <a:srgbClr val="FFFFFF"/>
                  </a:solidFill>
                  <a:effectLst>
                    <a:outerShdw sx="100000" sy="100000" kx="0" ky="0" algn="b" rotWithShape="0" blurRad="25400" dist="33948" dir="2700000">
                      <a:srgbClr val="3B3936"/>
                    </a:outerShdw>
                  </a:effectLst>
                </a:defRPr>
              </a:lvl1pPr>
            </a:lstStyle>
            <a:p>
              <a:pPr/>
              <a:r>
                <a:t>Container</a:t>
              </a:r>
            </a:p>
          </p:txBody>
        </p:sp>
        <p:sp>
          <p:nvSpPr>
            <p:cNvPr id="175" name="Container"/>
            <p:cNvSpPr/>
            <p:nvPr/>
          </p:nvSpPr>
          <p:spPr>
            <a:xfrm>
              <a:off x="3162820" y="1878631"/>
              <a:ext cx="1805832" cy="481386"/>
            </a:xfrm>
            <a:prstGeom prst="roundRect">
              <a:avLst>
                <a:gd name="adj" fmla="val 27873"/>
              </a:avLst>
            </a:prstGeom>
            <a:gradFill flip="none" rotWithShape="1">
              <a:gsLst>
                <a:gs pos="0">
                  <a:schemeClr val="accent3">
                    <a:hueOff val="708446"/>
                    <a:satOff val="-4821"/>
                    <a:lumOff val="-14251"/>
                    <a:alpha val="70094"/>
                  </a:schemeClr>
                </a:gs>
                <a:gs pos="100000">
                  <a:schemeClr val="accent3">
                    <a:hueOff val="-72299"/>
                    <a:satOff val="19597"/>
                    <a:lumOff val="11238"/>
                    <a:alpha val="70094"/>
                  </a:schemeClr>
                </a:gs>
              </a:gsLst>
              <a:lin ang="5400000" scaled="0"/>
            </a:gradFill>
            <a:ln w="12700" cap="flat">
              <a:noFill/>
              <a:miter lim="400000"/>
            </a:ln>
            <a:effectLst/>
            <a:extLst>
              <a:ext uri="{C572A759-6A51-4108-AA02-DFA0A04FC94B}">
                <ma14:wrappingTextBoxFlag xmlns:ma14="http://schemas.microsoft.com/office/mac/drawingml/2011/main" val="1"/>
              </a:ext>
            </a:extLst>
          </p:spPr>
          <p:txBody>
            <a:bodyPr wrap="square" lIns="27093" tIns="27093" rIns="27093" bIns="27093" numCol="1" anchor="ctr">
              <a:noAutofit/>
            </a:bodyPr>
            <a:lstStyle>
              <a:lvl1pPr defTabSz="587022">
                <a:defRPr sz="2300">
                  <a:solidFill>
                    <a:srgbClr val="FFFFFF"/>
                  </a:solidFill>
                  <a:effectLst>
                    <a:outerShdw sx="100000" sy="100000" kx="0" ky="0" algn="b" rotWithShape="0" blurRad="25400" dist="33948" dir="2700000">
                      <a:srgbClr val="3B3936"/>
                    </a:outerShdw>
                  </a:effectLst>
                </a:defRPr>
              </a:lvl1pPr>
            </a:lstStyle>
            <a:p>
              <a:pPr/>
              <a:r>
                <a:t>Container</a:t>
              </a:r>
            </a:p>
          </p:txBody>
        </p:sp>
      </p:grpSp>
      <p:sp>
        <p:nvSpPr>
          <p:cNvPr id="177" name="Curlコマンドを操作する場合は右の図のLinuxVM上の「Shell」から行う事になります…"/>
          <p:cNvSpPr txBox="1"/>
          <p:nvPr>
            <p:ph type="body" sz="half" idx="1"/>
          </p:nvPr>
        </p:nvSpPr>
        <p:spPr>
          <a:xfrm>
            <a:off x="507999" y="3190239"/>
            <a:ext cx="5703550" cy="4572002"/>
          </a:xfrm>
          <a:prstGeom prst="rect">
            <a:avLst/>
          </a:prstGeom>
        </p:spPr>
        <p:txBody>
          <a:bodyPr lIns="27093" tIns="27093" rIns="27093" bIns="27093" anchor="t"/>
          <a:lstStyle/>
          <a:p>
            <a:pPr marL="349503" indent="-349503" defTabSz="504839">
              <a:spcBef>
                <a:spcPts val="2000"/>
              </a:spcBef>
              <a:defRPr sz="2064">
                <a:latin typeface="ヒラギノ丸ゴ ProN W4"/>
                <a:ea typeface="ヒラギノ丸ゴ ProN W4"/>
                <a:cs typeface="ヒラギノ丸ゴ ProN W4"/>
                <a:sym typeface="ヒラギノ丸ゴ ProN W4"/>
              </a:defRPr>
            </a:pPr>
            <a:r>
              <a:t>Curlコマンドを操作する場合は右の図のLinuxVM上の「Shell」から行う事になります</a:t>
            </a:r>
          </a:p>
          <a:p>
            <a:pPr marL="349503" indent="-349503" defTabSz="504839">
              <a:spcBef>
                <a:spcPts val="2000"/>
              </a:spcBef>
              <a:defRPr sz="2064">
                <a:latin typeface="ヒラギノ丸ゴ ProN W4"/>
                <a:ea typeface="ヒラギノ丸ゴ ProN W4"/>
                <a:cs typeface="ヒラギノ丸ゴ ProN W4"/>
                <a:sym typeface="ヒラギノ丸ゴ ProN W4"/>
              </a:defRPr>
            </a:pPr>
            <a:r>
              <a:t>Docker コマンド、docker-composeコマンドも同様です</a:t>
            </a:r>
          </a:p>
          <a:p>
            <a:pPr marL="349503" indent="-349503" defTabSz="504839">
              <a:spcBef>
                <a:spcPts val="2000"/>
              </a:spcBef>
              <a:defRPr sz="2064">
                <a:latin typeface="ヒラギノ丸ゴ ProN W4"/>
                <a:ea typeface="ヒラギノ丸ゴ ProN W4"/>
                <a:cs typeface="ヒラギノ丸ゴ ProN W4"/>
                <a:sym typeface="ヒラギノ丸ゴ ProN W4"/>
              </a:defRPr>
            </a:pPr>
            <a:r>
              <a:t>MySQLサーバはコンテナとして立ち上げます</a:t>
            </a:r>
          </a:p>
          <a:p>
            <a:pPr marL="349503" indent="-349503" defTabSz="504839">
              <a:spcBef>
                <a:spcPts val="2000"/>
              </a:spcBef>
              <a:defRPr sz="2064">
                <a:latin typeface="ヒラギノ丸ゴ ProN W4"/>
                <a:ea typeface="ヒラギノ丸ゴ ProN W4"/>
                <a:cs typeface="ヒラギノ丸ゴ ProN W4"/>
                <a:sym typeface="ヒラギノ丸ゴ ProN W4"/>
              </a:defRPr>
            </a:pPr>
            <a:r>
              <a:t>MySQLサーバへアクセスするクライアント用にサーバとは別のコンテナを立ち上げて作業します</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179" name="MySQL 環境整備"/>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MySQL 環境整備</a:t>
            </a:r>
          </a:p>
        </p:txBody>
      </p:sp>
      <p:sp>
        <p:nvSpPr>
          <p:cNvPr id="180" name="カリキュラム用Repository をCloneする // CP#1…"/>
          <p:cNvSpPr txBox="1"/>
          <p:nvPr>
            <p:ph type="body" idx="1"/>
          </p:nvPr>
        </p:nvSpPr>
        <p:spPr>
          <a:prstGeom prst="rect">
            <a:avLst/>
          </a:prstGeom>
        </p:spPr>
        <p:txBody>
          <a:bodyPr anchor="t"/>
          <a:lstStyle/>
          <a:p>
            <a:pPr lvl="1" marL="0" indent="228600">
              <a:buClrTx/>
              <a:buSzTx/>
              <a:buFontTx/>
              <a:buNone/>
              <a:defRPr sz="4000">
                <a:latin typeface="ヒラギノ丸ゴ ProN W4"/>
                <a:ea typeface="ヒラギノ丸ゴ ProN W4"/>
                <a:cs typeface="ヒラギノ丸ゴ ProN W4"/>
                <a:sym typeface="ヒラギノ丸ゴ ProN W4"/>
              </a:defRPr>
            </a:pPr>
            <a:r>
              <a:t>カリキュラム用Repository をCloneする // </a:t>
            </a:r>
            <a:r>
              <a:rPr>
                <a:solidFill>
                  <a:srgbClr val="FF00EB"/>
                </a:solidFill>
              </a:rPr>
              <a:t>CP#1</a:t>
            </a:r>
          </a:p>
          <a:p>
            <a:pPr lvl="2" marL="1305277" indent="-365477">
              <a:defRPr sz="2800">
                <a:latin typeface="ヒラギノ丸ゴ ProN W4"/>
                <a:ea typeface="ヒラギノ丸ゴ ProN W4"/>
                <a:cs typeface="ヒラギノ丸ゴ ProN W4"/>
                <a:sym typeface="ヒラギノ丸ゴ ProN W4"/>
              </a:defRPr>
            </a:pPr>
            <a:r>
              <a:t>Proxy設定を確認の上、下記のURLへアクセス</a:t>
            </a:r>
          </a:p>
          <a:p>
            <a:pPr lvl="6" marL="0" indent="1371600">
              <a:buClrTx/>
              <a:buSzTx/>
              <a:buFontTx/>
              <a:buNone/>
              <a:defRPr sz="2100">
                <a:solidFill>
                  <a:srgbClr val="9006E0"/>
                </a:solidFill>
                <a:latin typeface="ヒラギノ丸ゴ ProN W4"/>
                <a:ea typeface="ヒラギノ丸ゴ ProN W4"/>
                <a:cs typeface="ヒラギノ丸ゴ ProN W4"/>
                <a:sym typeface="ヒラギノ丸ゴ ProN W4"/>
              </a:defRPr>
            </a:pPr>
            <a:r>
              <a:t>$ git clone </a:t>
            </a:r>
            <a:r>
              <a:rPr u="sng">
                <a:hlinkClick r:id="rId2" invalidUrl="" action="" tgtFrame="" tooltip="" history="1" highlightClick="0" endSnd="0"/>
              </a:rPr>
              <a:t>https://gh.iiji.jp/s-fukuda/bootcamp_mysql.git</a:t>
            </a:r>
          </a:p>
          <a:p>
            <a:pPr lvl="6" marL="0" indent="1371600">
              <a:buClrTx/>
              <a:buSzTx/>
              <a:buFontTx/>
              <a:buNone/>
              <a:defRPr sz="2100">
                <a:solidFill>
                  <a:srgbClr val="9006E0"/>
                </a:solidFill>
                <a:latin typeface="ヒラギノ丸ゴ ProN W4"/>
                <a:ea typeface="ヒラギノ丸ゴ ProN W4"/>
                <a:cs typeface="ヒラギノ丸ゴ ProN W4"/>
                <a:sym typeface="ヒラギノ丸ゴ ProN W4"/>
              </a:defRPr>
            </a:pPr>
            <a:r>
              <a:t>$ cd bootcamp_mysql</a:t>
            </a:r>
          </a:p>
          <a:p>
            <a:pPr lvl="2" marL="1305277" indent="-365477">
              <a:defRPr sz="2800">
                <a:latin typeface="ヒラギノ丸ゴ ProN W4"/>
                <a:ea typeface="ヒラギノ丸ゴ ProN W4"/>
                <a:cs typeface="ヒラギノ丸ゴ ProN W4"/>
                <a:sym typeface="ヒラギノ丸ゴ ProN W4"/>
              </a:defRPr>
            </a:pPr>
            <a:r>
              <a:t>Group 会社の方は、下記のURLへアクセス </a:t>
            </a:r>
          </a:p>
          <a:p>
            <a:pPr lvl="6" marL="0" indent="1371600">
              <a:buClrTx/>
              <a:buSzTx/>
              <a:buFontTx/>
              <a:buNone/>
              <a:defRPr sz="2100">
                <a:solidFill>
                  <a:srgbClr val="9006E0"/>
                </a:solidFill>
                <a:latin typeface="ヒラギノ丸ゴ ProN W4"/>
                <a:ea typeface="ヒラギノ丸ゴ ProN W4"/>
                <a:cs typeface="ヒラギノ丸ゴ ProN W4"/>
                <a:sym typeface="ヒラギノ丸ゴ ProN W4"/>
              </a:defRPr>
            </a:pPr>
            <a:r>
              <a:t>$ git clone </a:t>
            </a:r>
            <a:r>
              <a:rPr u="sng">
                <a:hlinkClick r:id="rId3" invalidUrl="" action="" tgtFrame="" tooltip="" history="1" highlightClick="0" endSnd="0"/>
              </a:rPr>
              <a:t>https://github.com/isfukuda/bootcamp_mysql.git</a:t>
            </a:r>
          </a:p>
        </p:txBody>
      </p:sp>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182" name="MySQL 起動、ログイン"/>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MySQL 起動、ログイン</a:t>
            </a:r>
          </a:p>
        </p:txBody>
      </p:sp>
      <p:sp>
        <p:nvSpPr>
          <p:cNvPr id="183" name="MySQLサーバを起動  // CP#1…"/>
          <p:cNvSpPr txBox="1"/>
          <p:nvPr>
            <p:ph type="body" idx="1"/>
          </p:nvPr>
        </p:nvSpPr>
        <p:spPr>
          <a:prstGeom prst="rect">
            <a:avLst/>
          </a:prstGeom>
        </p:spPr>
        <p:txBody>
          <a:bodyPr anchor="t"/>
          <a:lstStyle/>
          <a:p>
            <a:pPr lvl="1" marL="0" indent="144018" defTabSz="368045">
              <a:spcBef>
                <a:spcPts val="1500"/>
              </a:spcBef>
              <a:buClrTx/>
              <a:buSzTx/>
              <a:buFontTx/>
              <a:buNone/>
              <a:defRPr sz="2520">
                <a:latin typeface="ヒラギノ丸ゴ ProN W4"/>
                <a:ea typeface="ヒラギノ丸ゴ ProN W4"/>
                <a:cs typeface="ヒラギノ丸ゴ ProN W4"/>
                <a:sym typeface="ヒラギノ丸ゴ ProN W4"/>
              </a:defRPr>
            </a:pPr>
            <a:r>
              <a:t>MySQLサーバを起動  // </a:t>
            </a:r>
            <a:r>
              <a:rPr>
                <a:solidFill>
                  <a:srgbClr val="FF00EB"/>
                </a:solidFill>
              </a:rPr>
              <a:t>CP#1</a:t>
            </a:r>
          </a:p>
          <a:p>
            <a:pPr lvl="1" marL="526287" indent="-230251" defTabSz="368045">
              <a:spcBef>
                <a:spcPts val="1500"/>
              </a:spcBef>
              <a:defRPr sz="2142">
                <a:latin typeface="ヒラギノ丸ゴ ProN W4"/>
                <a:ea typeface="ヒラギノ丸ゴ ProN W4"/>
                <a:cs typeface="ヒラギノ丸ゴ ProN W4"/>
                <a:sym typeface="ヒラギノ丸ゴ ProN W4"/>
              </a:defRPr>
            </a:pPr>
            <a:r>
              <a:t> docker-compose コマンドで起動</a:t>
            </a:r>
          </a:p>
          <a:p>
            <a:pPr lvl="3" marL="0" indent="432054" defTabSz="368045">
              <a:spcBef>
                <a:spcPts val="1500"/>
              </a:spcBef>
              <a:buClrTx/>
              <a:buSzTx/>
              <a:buFontTx/>
              <a:buNone/>
              <a:defRPr sz="1323">
                <a:solidFill>
                  <a:srgbClr val="9006E0"/>
                </a:solidFill>
                <a:latin typeface="ヒラギノ丸ゴ ProN W4"/>
                <a:ea typeface="ヒラギノ丸ゴ ProN W4"/>
                <a:cs typeface="ヒラギノ丸ゴ ProN W4"/>
                <a:sym typeface="ヒラギノ丸ゴ ProN W4"/>
              </a:defRPr>
            </a:pPr>
            <a:r>
              <a:t>$ cd bootcamp_mysql</a:t>
            </a:r>
          </a:p>
          <a:p>
            <a:pPr lvl="3" marL="0" indent="432054" defTabSz="368045">
              <a:spcBef>
                <a:spcPts val="1500"/>
              </a:spcBef>
              <a:buClrTx/>
              <a:buSzTx/>
              <a:buFontTx/>
              <a:buNone/>
              <a:defRPr sz="1323">
                <a:solidFill>
                  <a:srgbClr val="9006E0"/>
                </a:solidFill>
                <a:latin typeface="ヒラギノ丸ゴ ProN W4"/>
                <a:ea typeface="ヒラギノ丸ゴ ProN W4"/>
                <a:cs typeface="ヒラギノ丸ゴ ProN W4"/>
                <a:sym typeface="ヒラギノ丸ゴ ProN W4"/>
              </a:defRPr>
            </a:pPr>
            <a:r>
              <a:t># docker-compose up -d</a:t>
            </a:r>
          </a:p>
          <a:p>
            <a:pPr lvl="3" marL="0" indent="432054" defTabSz="368045">
              <a:spcBef>
                <a:spcPts val="1500"/>
              </a:spcBef>
              <a:buClrTx/>
              <a:buSzTx/>
              <a:buFontTx/>
              <a:buNone/>
              <a:defRPr sz="1323">
                <a:solidFill>
                  <a:srgbClr val="9006E0"/>
                </a:solidFill>
                <a:latin typeface="ヒラギノ丸ゴ ProN W4"/>
                <a:ea typeface="ヒラギノ丸ゴ ProN W4"/>
                <a:cs typeface="ヒラギノ丸ゴ ProN W4"/>
                <a:sym typeface="ヒラギノ丸ゴ ProN W4"/>
              </a:defRPr>
            </a:pPr>
            <a:r>
              <a:t># docker ps</a:t>
            </a:r>
          </a:p>
          <a:p>
            <a:pPr lvl="2" marL="822324" indent="-230250" defTabSz="368045">
              <a:spcBef>
                <a:spcPts val="1500"/>
              </a:spcBef>
              <a:defRPr sz="1512">
                <a:latin typeface="ヒラギノ丸ゴ ProN W4"/>
                <a:ea typeface="ヒラギノ丸ゴ ProN W4"/>
                <a:cs typeface="ヒラギノ丸ゴ ProN W4"/>
                <a:sym typeface="ヒラギノ丸ゴ ProN W4"/>
              </a:defRPr>
            </a:pPr>
            <a:r>
              <a:t> MySQLコンテナが TCP/3306 portで立ち上がって</a:t>
            </a:r>
            <a:br/>
            <a:r>
              <a:t>いる事を確認して下さい</a:t>
            </a:r>
          </a:p>
          <a:p>
            <a:pPr lvl="1" marL="468725" indent="-172688" defTabSz="368045">
              <a:spcBef>
                <a:spcPts val="1500"/>
              </a:spcBef>
              <a:defRPr sz="2142">
                <a:latin typeface="ヒラギノ丸ゴ ProN W4"/>
                <a:ea typeface="ヒラギノ丸ゴ ProN W4"/>
                <a:cs typeface="ヒラギノ丸ゴ ProN W4"/>
                <a:sym typeface="ヒラギノ丸ゴ ProN W4"/>
              </a:defRPr>
            </a:pPr>
            <a:r>
              <a:t>Client用のcontaier起動、ログイン</a:t>
            </a:r>
          </a:p>
          <a:p>
            <a:pPr lvl="3" marL="0" indent="432054" defTabSz="368045">
              <a:spcBef>
                <a:spcPts val="1500"/>
              </a:spcBef>
              <a:buClrTx/>
              <a:buSzTx/>
              <a:buFontTx/>
              <a:buNone/>
              <a:defRPr sz="1323">
                <a:solidFill>
                  <a:srgbClr val="9202E6"/>
                </a:solidFill>
                <a:latin typeface="ヒラギノ丸ゴ ProN W4"/>
                <a:ea typeface="ヒラギノ丸ゴ ProN W4"/>
                <a:cs typeface="ヒラギノ丸ゴ ProN W4"/>
                <a:sym typeface="ヒラギノ丸ゴ ProN W4"/>
              </a:defRPr>
            </a:pPr>
            <a:r>
              <a:t># docker run -it —net=docker_default —rm mysql:5.7 sh -c ‘exec  mysql  -u root -h 127.0.0.1 -p’  //  Linux, MacOSX</a:t>
            </a:r>
          </a:p>
          <a:p>
            <a:pPr lvl="3" marL="0" indent="432054" defTabSz="368045">
              <a:spcBef>
                <a:spcPts val="1500"/>
              </a:spcBef>
              <a:buClrTx/>
              <a:buSzTx/>
              <a:buFontTx/>
              <a:buNone/>
              <a:defRPr sz="1323">
                <a:solidFill>
                  <a:srgbClr val="E66A13"/>
                </a:solidFill>
                <a:latin typeface="ヒラギノ丸ゴ ProN W4"/>
                <a:ea typeface="ヒラギノ丸ゴ ProN W4"/>
                <a:cs typeface="ヒラギノ丸ゴ ProN W4"/>
                <a:sym typeface="ヒラギノ丸ゴ ProN W4"/>
              </a:defRPr>
            </a:pPr>
            <a:r>
              <a:t># winpty docker run -it --net=bootcamp_mysql_default --rm mysql:5.7 sh -c 'exec mysql -u root -h 172.17.0.1 -p’   // windowsの方</a:t>
            </a:r>
          </a:p>
          <a:p>
            <a:pPr lvl="3" marL="0" indent="432054" defTabSz="368045">
              <a:spcBef>
                <a:spcPts val="1500"/>
              </a:spcBef>
              <a:buClrTx/>
              <a:buSzTx/>
              <a:buFontTx/>
              <a:buNone/>
              <a:defRPr sz="1323">
                <a:solidFill>
                  <a:srgbClr val="9202E6"/>
                </a:solidFill>
                <a:latin typeface="ヒラギノ丸ゴ ProN W4"/>
                <a:ea typeface="ヒラギノ丸ゴ ProN W4"/>
                <a:cs typeface="ヒラギノ丸ゴ ProN W4"/>
                <a:sym typeface="ヒラギノ丸ゴ ProN W4"/>
              </a:defRPr>
            </a:pPr>
            <a:r>
              <a:t>mysql &gt; show databases;</a:t>
            </a:r>
          </a:p>
          <a:p>
            <a:pPr lvl="2" marL="822324" indent="-230250" defTabSz="368045">
              <a:spcBef>
                <a:spcPts val="1500"/>
              </a:spcBef>
              <a:defRPr sz="1386">
                <a:latin typeface="ヒラギノ丸ゴ ProN W4"/>
                <a:ea typeface="ヒラギノ丸ゴ ProN W4"/>
                <a:cs typeface="ヒラギノ丸ゴ ProN W4"/>
                <a:sym typeface="ヒラギノ丸ゴ ProN W4"/>
              </a:defRPr>
            </a:pPr>
            <a:r>
              <a:t> </a:t>
            </a:r>
            <a:r>
              <a:rPr sz="1512"/>
              <a:t>コンテナ内部で上記のコマンドを打ち、test_db が含まれる事を確認します。以後の </a:t>
            </a:r>
            <a:r>
              <a:rPr>
                <a:solidFill>
                  <a:srgbClr val="FF00EB"/>
                </a:solidFill>
              </a:rPr>
              <a:t>CP#3,4 </a:t>
            </a:r>
            <a:r>
              <a:rPr sz="1512"/>
              <a:t>はこのContainerログインのままで作業を続けてください</a:t>
            </a:r>
          </a:p>
        </p:txBody>
      </p:sp>
      <p:grpSp>
        <p:nvGrpSpPr>
          <p:cNvPr id="197" name="Group"/>
          <p:cNvGrpSpPr/>
          <p:nvPr/>
        </p:nvGrpSpPr>
        <p:grpSpPr>
          <a:xfrm>
            <a:off x="7240669" y="2531376"/>
            <a:ext cx="5331732" cy="3967924"/>
            <a:chOff x="0" y="0"/>
            <a:chExt cx="5331731" cy="3967922"/>
          </a:xfrm>
        </p:grpSpPr>
        <p:sp>
          <p:nvSpPr>
            <p:cNvPr id="184" name="Rounded Rectangle"/>
            <p:cNvSpPr/>
            <p:nvPr/>
          </p:nvSpPr>
          <p:spPr>
            <a:xfrm>
              <a:off x="0" y="0"/>
              <a:ext cx="5331732" cy="3226170"/>
            </a:xfrm>
            <a:prstGeom prst="roundRect">
              <a:avLst>
                <a:gd name="adj" fmla="val 16431"/>
              </a:avLst>
            </a:prstGeom>
            <a:gradFill flip="none" rotWithShape="1">
              <a:gsLst>
                <a:gs pos="0">
                  <a:schemeClr val="accent1">
                    <a:hueOff val="369194"/>
                    <a:satOff val="6343"/>
                    <a:lumOff val="-13963"/>
                    <a:alpha val="50056"/>
                  </a:schemeClr>
                </a:gs>
                <a:gs pos="100000">
                  <a:schemeClr val="accent1">
                    <a:hueOff val="-113918"/>
                    <a:satOff val="19024"/>
                    <a:lumOff val="19749"/>
                    <a:alpha val="50056"/>
                  </a:schemeClr>
                </a:gs>
              </a:gsLst>
              <a:lin ang="5400000" scaled="0"/>
            </a:gradFill>
            <a:ln w="12700" cap="flat">
              <a:noFill/>
              <a:miter lim="400000"/>
            </a:ln>
            <a:effectLst/>
          </p:spPr>
          <p:txBody>
            <a:bodyPr wrap="square" lIns="50800" tIns="50800" rIns="50800" bIns="50800" numCol="1" anchor="ctr">
              <a:noAutofit/>
            </a:bodyPr>
            <a:lstStyle/>
            <a:p>
              <a:pPr defTabSz="825500">
                <a:defRPr sz="4400">
                  <a:solidFill>
                    <a:srgbClr val="FFFFFF"/>
                  </a:solidFill>
                  <a:effectLst>
                    <a:outerShdw sx="100000" sy="100000" kx="0" ky="0" algn="b" rotWithShape="0" blurRad="25400" dist="33948" dir="2700000">
                      <a:srgbClr val="3B3936"/>
                    </a:outerShdw>
                  </a:effectLst>
                </a:defRPr>
              </a:pPr>
            </a:p>
          </p:txBody>
        </p:sp>
        <p:grpSp>
          <p:nvGrpSpPr>
            <p:cNvPr id="187" name="Group"/>
            <p:cNvGrpSpPr/>
            <p:nvPr/>
          </p:nvGrpSpPr>
          <p:grpSpPr>
            <a:xfrm>
              <a:off x="1931794" y="3145523"/>
              <a:ext cx="1468143" cy="822400"/>
              <a:chOff x="0" y="0"/>
              <a:chExt cx="1468142" cy="822399"/>
            </a:xfrm>
          </p:grpSpPr>
          <p:sp>
            <p:nvSpPr>
              <p:cNvPr id="185" name="Notebook"/>
              <p:cNvSpPr/>
              <p:nvPr/>
            </p:nvSpPr>
            <p:spPr>
              <a:xfrm>
                <a:off x="0" y="0"/>
                <a:ext cx="1468143" cy="822400"/>
              </a:xfrm>
              <a:custGeom>
                <a:avLst/>
                <a:gdLst/>
                <a:ahLst/>
                <a:cxnLst>
                  <a:cxn ang="0">
                    <a:pos x="wd2" y="hd2"/>
                  </a:cxn>
                  <a:cxn ang="5400000">
                    <a:pos x="wd2" y="hd2"/>
                  </a:cxn>
                  <a:cxn ang="10800000">
                    <a:pos x="wd2" y="hd2"/>
                  </a:cxn>
                  <a:cxn ang="16200000">
                    <a:pos x="wd2" y="hd2"/>
                  </a:cxn>
                </a:cxnLst>
                <a:rect l="0" t="0" r="r" b="b"/>
                <a:pathLst>
                  <a:path w="21600" h="21599" fill="norm" stroke="1" extrusionOk="0">
                    <a:moveTo>
                      <a:pt x="1952" y="0"/>
                    </a:moveTo>
                    <a:cubicBezTo>
                      <a:pt x="1421" y="0"/>
                      <a:pt x="1439" y="771"/>
                      <a:pt x="1439" y="1718"/>
                    </a:cubicBezTo>
                    <a:lnTo>
                      <a:pt x="1439" y="19328"/>
                    </a:lnTo>
                    <a:lnTo>
                      <a:pt x="0" y="19328"/>
                    </a:lnTo>
                    <a:cubicBezTo>
                      <a:pt x="0" y="19328"/>
                      <a:pt x="0" y="19890"/>
                      <a:pt x="0" y="20529"/>
                    </a:cubicBezTo>
                    <a:cubicBezTo>
                      <a:pt x="0" y="21600"/>
                      <a:pt x="190" y="21599"/>
                      <a:pt x="896" y="21599"/>
                    </a:cubicBezTo>
                    <a:lnTo>
                      <a:pt x="10332" y="21599"/>
                    </a:lnTo>
                    <a:lnTo>
                      <a:pt x="11268" y="21599"/>
                    </a:lnTo>
                    <a:lnTo>
                      <a:pt x="20704" y="21599"/>
                    </a:lnTo>
                    <a:cubicBezTo>
                      <a:pt x="21367" y="21599"/>
                      <a:pt x="21600" y="21600"/>
                      <a:pt x="21600" y="20529"/>
                    </a:cubicBezTo>
                    <a:cubicBezTo>
                      <a:pt x="21600" y="19890"/>
                      <a:pt x="21600" y="19328"/>
                      <a:pt x="21600" y="19328"/>
                    </a:cubicBezTo>
                    <a:lnTo>
                      <a:pt x="20161" y="19328"/>
                    </a:lnTo>
                    <a:lnTo>
                      <a:pt x="20161" y="1718"/>
                    </a:lnTo>
                    <a:cubicBezTo>
                      <a:pt x="20161" y="771"/>
                      <a:pt x="20196" y="0"/>
                      <a:pt x="19665" y="0"/>
                    </a:cubicBezTo>
                    <a:lnTo>
                      <a:pt x="1952" y="0"/>
                    </a:lnTo>
                    <a:close/>
                    <a:moveTo>
                      <a:pt x="2475" y="1849"/>
                    </a:moveTo>
                    <a:lnTo>
                      <a:pt x="19125" y="1849"/>
                    </a:lnTo>
                    <a:lnTo>
                      <a:pt x="19125" y="19328"/>
                    </a:lnTo>
                    <a:lnTo>
                      <a:pt x="11268" y="19328"/>
                    </a:lnTo>
                    <a:lnTo>
                      <a:pt x="10332" y="19328"/>
                    </a:lnTo>
                    <a:lnTo>
                      <a:pt x="2475" y="19328"/>
                    </a:lnTo>
                    <a:lnTo>
                      <a:pt x="2475" y="1849"/>
                    </a:lnTo>
                    <a:close/>
                  </a:path>
                </a:pathLst>
              </a:custGeom>
              <a:blipFill rotWithShape="1">
                <a:blip r:embed="rId2"/>
                <a:srcRect l="0" t="0" r="0" b="0"/>
                <a:tile tx="0" ty="0" sx="100000" sy="100000" flip="none" algn="tl"/>
              </a:blipFill>
              <a:ln w="12700" cap="flat">
                <a:noFill/>
                <a:miter lim="400000"/>
              </a:ln>
              <a:effectLst/>
            </p:spPr>
            <p:txBody>
              <a:bodyPr wrap="square" lIns="50800" tIns="50800" rIns="50800" bIns="50800" numCol="1" anchor="ctr">
                <a:noAutofit/>
              </a:bodyPr>
              <a:lstStyle/>
              <a:p>
                <a:pPr defTabSz="825500">
                  <a:defRPr sz="4400">
                    <a:solidFill>
                      <a:srgbClr val="FFFFFF"/>
                    </a:solidFill>
                    <a:effectLst>
                      <a:outerShdw sx="100000" sy="100000" kx="0" ky="0" algn="b" rotWithShape="0" blurRad="25400" dist="33948" dir="2700000">
                        <a:srgbClr val="3B3936"/>
                      </a:outerShdw>
                    </a:effectLst>
                  </a:defRPr>
                </a:pPr>
              </a:p>
            </p:txBody>
          </p:sp>
          <p:sp>
            <p:nvSpPr>
              <p:cNvPr id="186" name="NotePC"/>
              <p:cNvSpPr txBox="1"/>
              <p:nvPr/>
            </p:nvSpPr>
            <p:spPr>
              <a:xfrm>
                <a:off x="162857" y="174855"/>
                <a:ext cx="1142427" cy="472689"/>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defTabSz="825500">
                  <a:defRPr sz="1600"/>
                </a:lvl1pPr>
              </a:lstStyle>
              <a:p>
                <a:pPr/>
                <a:r>
                  <a:t>NotePC</a:t>
                </a:r>
              </a:p>
            </p:txBody>
          </p:sp>
        </p:grpSp>
        <p:sp>
          <p:nvSpPr>
            <p:cNvPr id="188" name="LinuxVM"/>
            <p:cNvSpPr txBox="1"/>
            <p:nvPr/>
          </p:nvSpPr>
          <p:spPr>
            <a:xfrm>
              <a:off x="770932" y="3013857"/>
              <a:ext cx="982168" cy="3556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defTabSz="825500">
                <a:defRPr sz="1600">
                  <a:solidFill>
                    <a:schemeClr val="accent1">
                      <a:hueOff val="369196"/>
                      <a:satOff val="13972"/>
                      <a:lumOff val="-24493"/>
                    </a:schemeClr>
                  </a:solidFill>
                </a:defRPr>
              </a:lvl1pPr>
            </a:lstStyle>
            <a:p>
              <a:pPr/>
              <a:r>
                <a:t>LinuxVM</a:t>
              </a:r>
            </a:p>
          </p:txBody>
        </p:sp>
        <p:sp>
          <p:nvSpPr>
            <p:cNvPr id="189" name="$ docker compose up…"/>
            <p:cNvSpPr/>
            <p:nvPr/>
          </p:nvSpPr>
          <p:spPr>
            <a:xfrm>
              <a:off x="108860" y="287165"/>
              <a:ext cx="2306313" cy="2345691"/>
            </a:xfrm>
            <a:prstGeom prst="roundRect">
              <a:avLst>
                <a:gd name="adj" fmla="val 8765"/>
              </a:avLst>
            </a:prstGeom>
            <a:gradFill flip="none" rotWithShape="1">
              <a:gsLst>
                <a:gs pos="0">
                  <a:schemeClr val="accent1">
                    <a:hueOff val="369194"/>
                    <a:satOff val="6343"/>
                    <a:lumOff val="-13963"/>
                    <a:alpha val="70094"/>
                  </a:schemeClr>
                </a:gs>
                <a:gs pos="100000">
                  <a:schemeClr val="accent1">
                    <a:hueOff val="-113918"/>
                    <a:satOff val="19024"/>
                    <a:lumOff val="19749"/>
                    <a:alpha val="70094"/>
                  </a:schemeClr>
                </a:gs>
              </a:gsLst>
              <a:lin ang="5400000" scaled="0"/>
            </a:gra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p>
              <a:pPr defTabSz="825500">
                <a:defRPr sz="1700">
                  <a:solidFill>
                    <a:srgbClr val="FFFFFF"/>
                  </a:solidFill>
                  <a:effectLst>
                    <a:outerShdw sx="100000" sy="100000" kx="0" ky="0" algn="b" rotWithShape="0" blurRad="25400" dist="33948" dir="2700000">
                      <a:srgbClr val="3B3936"/>
                    </a:outerShdw>
                  </a:effectLst>
                </a:defRPr>
              </a:pPr>
              <a:r>
                <a:t>$ docker compose up </a:t>
              </a:r>
            </a:p>
            <a:p>
              <a:pPr defTabSz="825500">
                <a:defRPr sz="1700">
                  <a:solidFill>
                    <a:srgbClr val="FFFFFF"/>
                  </a:solidFill>
                  <a:effectLst>
                    <a:outerShdw sx="100000" sy="100000" kx="0" ky="0" algn="b" rotWithShape="0" blurRad="25400" dist="33948" dir="2700000">
                      <a:srgbClr val="3B3936"/>
                    </a:outerShdw>
                  </a:effectLst>
                </a:defRPr>
              </a:pPr>
              <a:r>
                <a:t>-d</a:t>
              </a:r>
            </a:p>
            <a:p>
              <a:pPr defTabSz="825500">
                <a:defRPr sz="1700">
                  <a:solidFill>
                    <a:srgbClr val="FFFFFF"/>
                  </a:solidFill>
                </a:defRPr>
              </a:pPr>
              <a:br/>
              <a:r>
                <a:t>$docker detach -it &lt;container id&gt; bash</a:t>
              </a:r>
            </a:p>
          </p:txBody>
        </p:sp>
        <p:sp>
          <p:nvSpPr>
            <p:cNvPr id="190" name="Rounded Rectangle"/>
            <p:cNvSpPr/>
            <p:nvPr/>
          </p:nvSpPr>
          <p:spPr>
            <a:xfrm>
              <a:off x="2651573" y="166087"/>
              <a:ext cx="2461968" cy="2301215"/>
            </a:xfrm>
            <a:prstGeom prst="roundRect">
              <a:avLst>
                <a:gd name="adj" fmla="val 9830"/>
              </a:avLst>
            </a:prstGeom>
            <a:gradFill flip="none" rotWithShape="1">
              <a:gsLst>
                <a:gs pos="0">
                  <a:schemeClr val="accent2">
                    <a:hueOff val="597264"/>
                    <a:satOff val="5158"/>
                    <a:lumOff val="-17289"/>
                    <a:alpha val="70094"/>
                  </a:schemeClr>
                </a:gs>
                <a:gs pos="100000">
                  <a:schemeClr val="accent2">
                    <a:hueOff val="-602737"/>
                    <a:satOff val="7170"/>
                    <a:lumOff val="14117"/>
                    <a:alpha val="70094"/>
                  </a:schemeClr>
                </a:gs>
              </a:gsLst>
              <a:lin ang="5400000" scaled="0"/>
            </a:gradFill>
            <a:ln w="12700" cap="flat">
              <a:noFill/>
              <a:miter lim="400000"/>
            </a:ln>
            <a:effectLst/>
          </p:spPr>
          <p:txBody>
            <a:bodyPr wrap="square" lIns="50800" tIns="50800" rIns="50800" bIns="50800" numCol="1" anchor="ctr">
              <a:noAutofit/>
            </a:bodyPr>
            <a:lstStyle/>
            <a:p>
              <a:pPr defTabSz="825500">
                <a:defRPr sz="4400">
                  <a:solidFill>
                    <a:srgbClr val="FFFFFF"/>
                  </a:solidFill>
                  <a:effectLst>
                    <a:outerShdw sx="100000" sy="100000" kx="0" ky="0" algn="b" rotWithShape="0" blurRad="25400" dist="33948" dir="2700000">
                      <a:srgbClr val="3B3936"/>
                    </a:outerShdw>
                  </a:effectLst>
                </a:defRPr>
              </a:pPr>
            </a:p>
          </p:txBody>
        </p:sp>
        <p:sp>
          <p:nvSpPr>
            <p:cNvPr id="191" name="Docker0"/>
            <p:cNvSpPr txBox="1"/>
            <p:nvPr/>
          </p:nvSpPr>
          <p:spPr>
            <a:xfrm>
              <a:off x="3403200" y="2219840"/>
              <a:ext cx="958714" cy="4064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defTabSz="825500">
                <a:defRPr sz="1800">
                  <a:solidFill>
                    <a:schemeClr val="accent3">
                      <a:hueOff val="702212"/>
                      <a:satOff val="1394"/>
                      <a:lumOff val="-28495"/>
                    </a:schemeClr>
                  </a:solidFill>
                </a:defRPr>
              </a:lvl1pPr>
            </a:lstStyle>
            <a:p>
              <a:pPr/>
              <a:r>
                <a:t>Docker0</a:t>
              </a:r>
            </a:p>
          </p:txBody>
        </p:sp>
        <p:sp>
          <p:nvSpPr>
            <p:cNvPr id="192" name="MySQL Srver"/>
            <p:cNvSpPr/>
            <p:nvPr/>
          </p:nvSpPr>
          <p:spPr>
            <a:xfrm>
              <a:off x="2902478" y="456255"/>
              <a:ext cx="1960157" cy="578979"/>
            </a:xfrm>
            <a:prstGeom prst="roundRect">
              <a:avLst>
                <a:gd name="adj" fmla="val 33080"/>
              </a:avLst>
            </a:prstGeom>
            <a:gradFill flip="none" rotWithShape="1">
              <a:gsLst>
                <a:gs pos="0">
                  <a:schemeClr val="accent5">
                    <a:hueOff val="-411174"/>
                    <a:satOff val="4030"/>
                    <a:lumOff val="-29867"/>
                  </a:schemeClr>
                </a:gs>
                <a:gs pos="100000">
                  <a:schemeClr val="accent3">
                    <a:hueOff val="-72299"/>
                    <a:satOff val="19597"/>
                    <a:lumOff val="11238"/>
                  </a:schemeClr>
                </a:gs>
              </a:gsLst>
              <a:lin ang="5400000" scaled="0"/>
            </a:gra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defTabSz="825500">
                <a:defRPr sz="1600">
                  <a:solidFill>
                    <a:srgbClr val="FFFFFF"/>
                  </a:solidFill>
                  <a:effectLst>
                    <a:outerShdw sx="100000" sy="100000" kx="0" ky="0" algn="b" rotWithShape="0" blurRad="25400" dist="33948" dir="2700000">
                      <a:srgbClr val="3B3936"/>
                    </a:outerShdw>
                  </a:effectLst>
                </a:defRPr>
              </a:lvl1pPr>
            </a:lstStyle>
            <a:p>
              <a:pPr/>
              <a:r>
                <a:t>MySQL Srver</a:t>
              </a:r>
            </a:p>
          </p:txBody>
        </p:sp>
        <p:sp>
          <p:nvSpPr>
            <p:cNvPr id="193" name="MySQL Client"/>
            <p:cNvSpPr/>
            <p:nvPr/>
          </p:nvSpPr>
          <p:spPr>
            <a:xfrm>
              <a:off x="2902478" y="1238024"/>
              <a:ext cx="1960157" cy="578978"/>
            </a:xfrm>
            <a:prstGeom prst="roundRect">
              <a:avLst>
                <a:gd name="adj" fmla="val 33080"/>
              </a:avLst>
            </a:prstGeom>
            <a:gradFill flip="none" rotWithShape="1">
              <a:gsLst>
                <a:gs pos="0">
                  <a:schemeClr val="accent5">
                    <a:hueOff val="-411174"/>
                    <a:satOff val="4030"/>
                    <a:lumOff val="-29867"/>
                  </a:schemeClr>
                </a:gs>
                <a:gs pos="100000">
                  <a:schemeClr val="accent3">
                    <a:hueOff val="-72299"/>
                    <a:satOff val="19597"/>
                    <a:lumOff val="11238"/>
                  </a:schemeClr>
                </a:gs>
              </a:gsLst>
              <a:lin ang="5400000" scaled="0"/>
            </a:gra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defTabSz="825500">
                <a:defRPr sz="1800">
                  <a:solidFill>
                    <a:srgbClr val="FFFFFF"/>
                  </a:solidFill>
                  <a:effectLst>
                    <a:outerShdw sx="100000" sy="100000" kx="0" ky="0" algn="b" rotWithShape="0" blurRad="25400" dist="33948" dir="2700000">
                      <a:srgbClr val="3B3936"/>
                    </a:outerShdw>
                  </a:effectLst>
                </a:defRPr>
              </a:lvl1pPr>
            </a:lstStyle>
            <a:p>
              <a:pPr/>
              <a:r>
                <a:t>MySQL Client</a:t>
              </a:r>
            </a:p>
          </p:txBody>
        </p:sp>
        <p:sp>
          <p:nvSpPr>
            <p:cNvPr id="194" name="Line"/>
            <p:cNvSpPr/>
            <p:nvPr/>
          </p:nvSpPr>
          <p:spPr>
            <a:xfrm flipV="1">
              <a:off x="2351629" y="1521657"/>
              <a:ext cx="689638" cy="406401"/>
            </a:xfrm>
            <a:prstGeom prst="line">
              <a:avLst/>
            </a:prstGeom>
            <a:noFill/>
            <a:ln w="25400" cap="flat">
              <a:solidFill>
                <a:srgbClr val="414141"/>
              </a:solidFill>
              <a:prstDash val="sysDot"/>
              <a:miter lim="400000"/>
              <a:headEnd type="triangle" w="med" len="med"/>
              <a:tailEnd type="triangle" w="med" len="med"/>
            </a:ln>
            <a:effectLst/>
          </p:spPr>
          <p:txBody>
            <a:bodyPr wrap="square" lIns="50800" tIns="50800" rIns="50800" bIns="50800" numCol="1" anchor="ctr">
              <a:noAutofit/>
            </a:bodyPr>
            <a:lstStyle/>
            <a:p>
              <a:pPr defTabSz="825500">
                <a:defRPr sz="4400"/>
              </a:pPr>
            </a:p>
          </p:txBody>
        </p:sp>
        <p:sp>
          <p:nvSpPr>
            <p:cNvPr id="195" name="Line"/>
            <p:cNvSpPr/>
            <p:nvPr/>
          </p:nvSpPr>
          <p:spPr>
            <a:xfrm flipV="1">
              <a:off x="2350140" y="672444"/>
              <a:ext cx="692617" cy="355601"/>
            </a:xfrm>
            <a:prstGeom prst="line">
              <a:avLst/>
            </a:prstGeom>
            <a:noFill/>
            <a:ln w="25400" cap="flat">
              <a:solidFill>
                <a:schemeClr val="accent1">
                  <a:hueOff val="369196"/>
                  <a:satOff val="13972"/>
                  <a:lumOff val="-24493"/>
                </a:schemeClr>
              </a:solidFill>
              <a:prstDash val="sysDot"/>
              <a:miter lim="400000"/>
              <a:headEnd type="triangle" w="med" len="med"/>
              <a:tailEnd type="triangle" w="med" len="med"/>
            </a:ln>
            <a:effectLst/>
          </p:spPr>
          <p:txBody>
            <a:bodyPr wrap="square" lIns="50800" tIns="50800" rIns="50800" bIns="50800" numCol="1" anchor="ctr">
              <a:noAutofit/>
            </a:bodyPr>
            <a:lstStyle/>
            <a:p>
              <a:pPr defTabSz="825500">
                <a:defRPr sz="4400"/>
              </a:pPr>
            </a:p>
          </p:txBody>
        </p:sp>
        <p:cxnSp>
          <p:nvCxnSpPr>
            <p:cNvPr id="196" name="Connection Line"/>
            <p:cNvCxnSpPr>
              <a:stCxn id="192" idx="0"/>
              <a:endCxn id="193" idx="0"/>
            </p:cNvCxnSpPr>
            <p:nvPr/>
          </p:nvCxnSpPr>
          <p:spPr>
            <a:xfrm>
              <a:off x="3882556" y="745744"/>
              <a:ext cx="1" cy="781769"/>
            </a:xfrm>
            <a:prstGeom prst="straightConnector1">
              <a:avLst/>
            </a:prstGeom>
            <a:ln w="25400" cap="flat">
              <a:solidFill>
                <a:srgbClr val="414141"/>
              </a:solidFill>
              <a:prstDash val="solid"/>
              <a:miter lim="400000"/>
              <a:headEnd type="triangle" w="med" len="med"/>
            </a:ln>
            <a:effectLst/>
          </p:spPr>
        </p:cxnSp>
      </p:gr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199" name="MySQL オペレーション"/>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MySQL オペレーション</a:t>
            </a:r>
          </a:p>
        </p:txBody>
      </p:sp>
      <p:sp>
        <p:nvSpPr>
          <p:cNvPr id="200" name="データベースオブジェクト作成 // CP#3…"/>
          <p:cNvSpPr txBox="1"/>
          <p:nvPr>
            <p:ph type="body" idx="1"/>
          </p:nvPr>
        </p:nvSpPr>
        <p:spPr>
          <a:prstGeom prst="rect">
            <a:avLst/>
          </a:prstGeom>
        </p:spPr>
        <p:txBody>
          <a:bodyPr anchor="t"/>
          <a:lstStyle/>
          <a:p>
            <a:pPr lvl="1" marL="0" indent="171450" defTabSz="438150">
              <a:spcBef>
                <a:spcPts val="1800"/>
              </a:spcBef>
              <a:buClrTx/>
              <a:buSzTx/>
              <a:buFontTx/>
              <a:buNone/>
              <a:defRPr sz="3000">
                <a:latin typeface="ヒラギノ丸ゴ ProN W4"/>
                <a:ea typeface="ヒラギノ丸ゴ ProN W4"/>
                <a:cs typeface="ヒラギノ丸ゴ ProN W4"/>
                <a:sym typeface="ヒラギノ丸ゴ ProN W4"/>
              </a:defRPr>
            </a:pPr>
            <a:r>
              <a:t>データベースオブジェクト作成 // </a:t>
            </a:r>
            <a:r>
              <a:rPr>
                <a:solidFill>
                  <a:srgbClr val="FF00EB"/>
                </a:solidFill>
              </a:rPr>
              <a:t>CP#3</a:t>
            </a:r>
            <a:r>
              <a:t> </a:t>
            </a:r>
          </a:p>
          <a:p>
            <a:pPr lvl="2" marL="978958" indent="-274108" defTabSz="438150">
              <a:spcBef>
                <a:spcPts val="1800"/>
              </a:spcBef>
              <a:defRPr sz="2100">
                <a:latin typeface="ヒラギノ丸ゴ ProN W4"/>
                <a:ea typeface="ヒラギノ丸ゴ ProN W4"/>
                <a:cs typeface="ヒラギノ丸ゴ ProN W4"/>
                <a:sym typeface="ヒラギノ丸ゴ ProN W4"/>
              </a:defRPr>
            </a:pPr>
            <a:r>
              <a:t>Database 新規作成</a:t>
            </a:r>
          </a:p>
          <a:p>
            <a:pPr lvl="6" marL="0" indent="1028700" defTabSz="438150">
              <a:spcBef>
                <a:spcPts val="1800"/>
              </a:spcBef>
              <a:buClrTx/>
              <a:buSzTx/>
              <a:buFontTx/>
              <a:buNone/>
              <a:defRPr sz="1800">
                <a:latin typeface="ヒラギノ丸ゴ ProN W4"/>
                <a:ea typeface="ヒラギノ丸ゴ ProN W4"/>
                <a:cs typeface="ヒラギノ丸ゴ ProN W4"/>
                <a:sym typeface="ヒラギノ丸ゴ ProN W4"/>
              </a:defRPr>
            </a:pPr>
            <a:r>
              <a:t>mysql &gt; CREATE DATABASE </a:t>
            </a:r>
            <a:r>
              <a:rPr>
                <a:solidFill>
                  <a:srgbClr val="4070A0"/>
                </a:solidFill>
              </a:rPr>
              <a:t>class_of_2020</a:t>
            </a:r>
            <a:r>
              <a:t> DEFAULT CHARSET utf8;</a:t>
            </a:r>
          </a:p>
          <a:p>
            <a:pPr lvl="2" marL="978958" indent="-274108" defTabSz="438150">
              <a:spcBef>
                <a:spcPts val="1800"/>
              </a:spcBef>
              <a:defRPr sz="2100">
                <a:latin typeface="ヒラギノ丸ゴ ProN W4"/>
                <a:ea typeface="ヒラギノ丸ゴ ProN W4"/>
                <a:cs typeface="ヒラギノ丸ゴ ProN W4"/>
                <a:sym typeface="ヒラギノ丸ゴ ProN W4"/>
              </a:defRPr>
            </a:pPr>
            <a:r>
              <a:t>Table 新規作成</a:t>
            </a:r>
          </a:p>
          <a:p>
            <a:pPr lvl="6" marL="0" indent="1028700" defTabSz="438150">
              <a:spcBef>
                <a:spcPts val="1800"/>
              </a:spcBef>
              <a:buClrTx/>
              <a:buSzTx/>
              <a:buFontTx/>
              <a:buNone/>
              <a:defRPr sz="1650">
                <a:latin typeface="ヒラギノ丸ゴ ProN W4"/>
                <a:ea typeface="ヒラギノ丸ゴ ProN W4"/>
                <a:cs typeface="ヒラギノ丸ゴ ProN W4"/>
                <a:sym typeface="ヒラギノ丸ゴ ProN W4"/>
              </a:defRPr>
            </a:pPr>
            <a:r>
              <a:t>mysql &gt; use class_of_2020</a:t>
            </a:r>
          </a:p>
          <a:p>
            <a:pPr lvl="6" marL="0" indent="1028700" defTabSz="438150">
              <a:spcBef>
                <a:spcPts val="1800"/>
              </a:spcBef>
              <a:buClrTx/>
              <a:buSzTx/>
              <a:buFontTx/>
              <a:buNone/>
              <a:defRPr sz="1650">
                <a:latin typeface="ヒラギノ丸ゴ ProN W4"/>
                <a:ea typeface="ヒラギノ丸ゴ ProN W4"/>
                <a:cs typeface="ヒラギノ丸ゴ ProN W4"/>
                <a:sym typeface="ヒラギノ丸ゴ ProN W4"/>
              </a:defRPr>
            </a:pPr>
            <a:r>
              <a:t>mysql &gt; CREATE TABLE </a:t>
            </a:r>
            <a:r>
              <a:rPr>
                <a:solidFill>
                  <a:srgbClr val="4070A0"/>
                </a:solidFill>
              </a:rPr>
              <a:t>people (</a:t>
            </a:r>
            <a:endParaRPr>
              <a:solidFill>
                <a:srgbClr val="4070A0"/>
              </a:solidFill>
            </a:endParaRPr>
          </a:p>
          <a:p>
            <a:pPr lvl="8" marL="0" indent="1371600" defTabSz="342900">
              <a:lnSpc>
                <a:spcPts val="3000"/>
              </a:lnSpc>
              <a:spcBef>
                <a:spcPts val="0"/>
              </a:spcBef>
              <a:buClrTx/>
              <a:buSzTx/>
              <a:buFontTx/>
              <a:buNone/>
              <a:defRPr sz="1650">
                <a:solidFill>
                  <a:srgbClr val="000000"/>
                </a:solidFill>
                <a:latin typeface="Courier"/>
                <a:ea typeface="Courier"/>
                <a:cs typeface="Courier"/>
                <a:sym typeface="Courier"/>
              </a:defRPr>
            </a:pPr>
            <a:r>
              <a:rPr>
                <a:solidFill>
                  <a:srgbClr val="4070A0"/>
                </a:solidFill>
              </a:rPr>
              <a:t>    id INT AUTO_INCREMENT NOT NULL PRIMARY KEY,</a:t>
            </a:r>
            <a:endParaRPr>
              <a:solidFill>
                <a:srgbClr val="4070A0"/>
              </a:solidFill>
            </a:endParaRPr>
          </a:p>
          <a:p>
            <a:pPr lvl="8" marL="0" indent="1371600" defTabSz="342900">
              <a:lnSpc>
                <a:spcPts val="3000"/>
              </a:lnSpc>
              <a:spcBef>
                <a:spcPts val="0"/>
              </a:spcBef>
              <a:buClrTx/>
              <a:buSzTx/>
              <a:buFontTx/>
              <a:buNone/>
              <a:defRPr sz="1650">
                <a:solidFill>
                  <a:srgbClr val="000000"/>
                </a:solidFill>
                <a:latin typeface="Courier"/>
                <a:ea typeface="Courier"/>
                <a:cs typeface="Courier"/>
                <a:sym typeface="Courier"/>
              </a:defRPr>
            </a:pPr>
            <a:r>
              <a:rPr>
                <a:solidFill>
                  <a:srgbClr val="4070A0"/>
                </a:solidFill>
              </a:rPr>
              <a:t>    name VARCHAR(8),</a:t>
            </a:r>
            <a:endParaRPr>
              <a:solidFill>
                <a:srgbClr val="4070A0"/>
              </a:solidFill>
            </a:endParaRPr>
          </a:p>
          <a:p>
            <a:pPr lvl="8" marL="0" indent="1371600" defTabSz="342900">
              <a:lnSpc>
                <a:spcPts val="3000"/>
              </a:lnSpc>
              <a:spcBef>
                <a:spcPts val="0"/>
              </a:spcBef>
              <a:buClrTx/>
              <a:buSzTx/>
              <a:buFontTx/>
              <a:buNone/>
              <a:defRPr sz="1650">
                <a:solidFill>
                  <a:srgbClr val="000000"/>
                </a:solidFill>
                <a:latin typeface="Courier"/>
                <a:ea typeface="Courier"/>
                <a:cs typeface="Courier"/>
                <a:sym typeface="Courier"/>
              </a:defRPr>
            </a:pPr>
            <a:r>
              <a:rPr>
                <a:solidFill>
                  <a:srgbClr val="4070A0"/>
                </a:solidFill>
              </a:rPr>
              <a:t>    age int(3),</a:t>
            </a:r>
            <a:endParaRPr>
              <a:solidFill>
                <a:srgbClr val="4070A0"/>
              </a:solidFill>
            </a:endParaRPr>
          </a:p>
          <a:p>
            <a:pPr lvl="8" marL="0" indent="1371600" defTabSz="342900">
              <a:lnSpc>
                <a:spcPts val="3000"/>
              </a:lnSpc>
              <a:spcBef>
                <a:spcPts val="0"/>
              </a:spcBef>
              <a:buClrTx/>
              <a:buSzTx/>
              <a:buFontTx/>
              <a:buNone/>
              <a:defRPr sz="1650">
                <a:solidFill>
                  <a:srgbClr val="000000"/>
                </a:solidFill>
                <a:latin typeface="Courier"/>
                <a:ea typeface="Courier"/>
                <a:cs typeface="Courier"/>
                <a:sym typeface="Courier"/>
              </a:defRPr>
            </a:pPr>
            <a:r>
              <a:rPr>
                <a:solidFill>
                  <a:srgbClr val="4070A0"/>
                </a:solidFill>
              </a:rPr>
              <a:t>    created_at TIMESTAMP NOT NULL DEFAULT CURRENT_TIMESTAMP);</a:t>
            </a:r>
            <a:endParaRPr>
              <a:solidFill>
                <a:srgbClr val="4070A0"/>
              </a:solidFill>
            </a:endParaRPr>
          </a:p>
          <a:p>
            <a:pPr lvl="6" marL="0" indent="1028700" defTabSz="438150">
              <a:spcBef>
                <a:spcPts val="1800"/>
              </a:spcBef>
              <a:buClrTx/>
              <a:buSzTx/>
              <a:buFontTx/>
              <a:buNone/>
              <a:defRPr sz="1650">
                <a:solidFill>
                  <a:srgbClr val="66635F"/>
                </a:solidFill>
                <a:latin typeface="ヒラギノ丸ゴ ProN W4"/>
                <a:ea typeface="ヒラギノ丸ゴ ProN W4"/>
                <a:cs typeface="ヒラギノ丸ゴ ProN W4"/>
                <a:sym typeface="ヒラギノ丸ゴ ProN W4"/>
              </a:defRPr>
            </a:pPr>
            <a:r>
              <a:t>mysql &gt; show tables</a:t>
            </a:r>
          </a:p>
          <a:p>
            <a:pPr lvl="2" marL="978958" indent="-274108" defTabSz="438150">
              <a:spcBef>
                <a:spcPts val="1800"/>
              </a:spcBef>
              <a:defRPr sz="2100">
                <a:latin typeface="ヒラギノ丸ゴ ProN W4"/>
                <a:ea typeface="ヒラギノ丸ゴ ProN W4"/>
                <a:cs typeface="ヒラギノ丸ゴ ProN W4"/>
                <a:sym typeface="ヒラギノ丸ゴ ProN W4"/>
              </a:defRPr>
            </a:pPr>
            <a:r>
              <a:t>Index 確認、作成</a:t>
            </a:r>
            <a:br/>
            <a:r>
              <a:t>mysql &gt; CREATE INDEX  </a:t>
            </a:r>
            <a:r>
              <a:rPr>
                <a:solidFill>
                  <a:srgbClr val="4070A0"/>
                </a:solidFill>
              </a:rPr>
              <a:t>ind_name</a:t>
            </a:r>
            <a:r>
              <a:t> ON </a:t>
            </a:r>
            <a:r>
              <a:rPr>
                <a:solidFill>
                  <a:srgbClr val="4070A0"/>
                </a:solidFill>
              </a:rPr>
              <a:t>people</a:t>
            </a:r>
            <a:r>
              <a:t>(</a:t>
            </a:r>
            <a:r>
              <a:rPr>
                <a:solidFill>
                  <a:srgbClr val="4070A0"/>
                </a:solidFill>
              </a:rPr>
              <a:t>name</a:t>
            </a:r>
            <a:r>
              <a:t>);</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202" name="MySQL オペレーション"/>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MySQL オペレーション</a:t>
            </a:r>
          </a:p>
        </p:txBody>
      </p:sp>
      <p:sp>
        <p:nvSpPr>
          <p:cNvPr id="203" name="データ操作  // CP#4…"/>
          <p:cNvSpPr txBox="1"/>
          <p:nvPr>
            <p:ph type="body" idx="1"/>
          </p:nvPr>
        </p:nvSpPr>
        <p:spPr>
          <a:prstGeom prst="rect">
            <a:avLst/>
          </a:prstGeom>
        </p:spPr>
        <p:txBody>
          <a:bodyPr anchor="t"/>
          <a:lstStyle/>
          <a:p>
            <a:pPr lvl="1" marL="0" indent="155447" defTabSz="397256">
              <a:spcBef>
                <a:spcPts val="1600"/>
              </a:spcBef>
              <a:buClrTx/>
              <a:buSzTx/>
              <a:buFontTx/>
              <a:buNone/>
              <a:defRPr sz="2720">
                <a:latin typeface="ヒラギノ丸ゴ ProN W4"/>
                <a:ea typeface="ヒラギノ丸ゴ ProN W4"/>
                <a:cs typeface="ヒラギノ丸ゴ ProN W4"/>
                <a:sym typeface="ヒラギノ丸ゴ ProN W4"/>
              </a:defRPr>
            </a:pPr>
            <a:r>
              <a:t>データ操作  // </a:t>
            </a:r>
            <a:r>
              <a:rPr>
                <a:solidFill>
                  <a:srgbClr val="FF00EB"/>
                </a:solidFill>
              </a:rPr>
              <a:t>CP#4</a:t>
            </a:r>
          </a:p>
          <a:p>
            <a:pPr lvl="2" marL="887588" indent="-248524" defTabSz="397256">
              <a:spcBef>
                <a:spcPts val="1600"/>
              </a:spcBef>
              <a:defRPr sz="2312">
                <a:latin typeface="ヒラギノ丸ゴ ProN W4"/>
                <a:ea typeface="ヒラギノ丸ゴ ProN W4"/>
                <a:cs typeface="ヒラギノ丸ゴ ProN W4"/>
                <a:sym typeface="ヒラギノ丸ゴ ProN W4"/>
              </a:defRPr>
            </a:pPr>
            <a:r>
              <a:t>Insert</a:t>
            </a:r>
          </a:p>
          <a:p>
            <a:pPr lvl="5" marL="0" indent="777240" defTabSz="397256">
              <a:spcBef>
                <a:spcPts val="1600"/>
              </a:spcBef>
              <a:buClrTx/>
              <a:buSzTx/>
              <a:buFontTx/>
              <a:buNone/>
              <a:defRPr sz="1632">
                <a:latin typeface="ヒラギノ丸ゴ ProN W4"/>
                <a:ea typeface="ヒラギノ丸ゴ ProN W4"/>
                <a:cs typeface="ヒラギノ丸ゴ ProN W4"/>
                <a:sym typeface="ヒラギノ丸ゴ ProN W4"/>
              </a:defRPr>
            </a:pPr>
            <a:r>
              <a:t> mysql &gt; INSERT INTO </a:t>
            </a:r>
            <a:r>
              <a:rPr>
                <a:solidFill>
                  <a:srgbClr val="4070A0"/>
                </a:solidFill>
              </a:rPr>
              <a:t>people (name, age)  </a:t>
            </a:r>
            <a:r>
              <a:t>VALUES </a:t>
            </a:r>
            <a:r>
              <a:rPr>
                <a:solidFill>
                  <a:srgbClr val="4070A0"/>
                </a:solidFill>
              </a:rPr>
              <a:t>(“kenji”, 14);</a:t>
            </a:r>
            <a:endParaRPr>
              <a:solidFill>
                <a:srgbClr val="4070A0"/>
              </a:solidFill>
            </a:endParaRPr>
          </a:p>
          <a:p>
            <a:pPr lvl="5" marL="0" indent="777240" defTabSz="397256">
              <a:spcBef>
                <a:spcPts val="1600"/>
              </a:spcBef>
              <a:buClrTx/>
              <a:buSzTx/>
              <a:buFontTx/>
              <a:buNone/>
              <a:defRPr sz="1632">
                <a:latin typeface="ヒラギノ丸ゴ ProN W4"/>
                <a:ea typeface="ヒラギノ丸ゴ ProN W4"/>
                <a:cs typeface="ヒラギノ丸ゴ ProN W4"/>
                <a:sym typeface="ヒラギノ丸ゴ ProN W4"/>
              </a:defRPr>
            </a:pPr>
            <a:r>
              <a:rPr>
                <a:solidFill>
                  <a:srgbClr val="4070A0"/>
                </a:solidFill>
              </a:rPr>
              <a:t> </a:t>
            </a:r>
            <a:r>
              <a:t>mysql &gt; INSERT INTO </a:t>
            </a:r>
            <a:r>
              <a:rPr>
                <a:solidFill>
                  <a:srgbClr val="4070A0"/>
                </a:solidFill>
              </a:rPr>
              <a:t>people (name, age)  </a:t>
            </a:r>
            <a:r>
              <a:t>VALUES </a:t>
            </a:r>
            <a:r>
              <a:rPr>
                <a:solidFill>
                  <a:srgbClr val="4070A0"/>
                </a:solidFill>
              </a:rPr>
              <a:t>(“yumiko”, 15);</a:t>
            </a:r>
            <a:endParaRPr>
              <a:solidFill>
                <a:srgbClr val="4070A0"/>
              </a:solidFill>
            </a:endParaRPr>
          </a:p>
          <a:p>
            <a:pPr lvl="5" marL="0" indent="777240" defTabSz="397256">
              <a:spcBef>
                <a:spcPts val="1600"/>
              </a:spcBef>
              <a:buClrTx/>
              <a:buSzTx/>
              <a:buFontTx/>
              <a:buNone/>
              <a:defRPr sz="1632">
                <a:latin typeface="ヒラギノ丸ゴ ProN W4"/>
                <a:ea typeface="ヒラギノ丸ゴ ProN W4"/>
                <a:cs typeface="ヒラギノ丸ゴ ProN W4"/>
                <a:sym typeface="ヒラギノ丸ゴ ProN W4"/>
              </a:defRPr>
            </a:pPr>
            <a:r>
              <a:rPr>
                <a:solidFill>
                  <a:srgbClr val="4070A0"/>
                </a:solidFill>
              </a:rPr>
              <a:t> </a:t>
            </a:r>
            <a:r>
              <a:t>mysql &gt; SELECT count(*) FROM people;　 // Q. 結果はどうなりましたか？</a:t>
            </a:r>
          </a:p>
          <a:p>
            <a:pPr lvl="2" marL="887588" indent="-248524" defTabSz="397256">
              <a:spcBef>
                <a:spcPts val="1600"/>
              </a:spcBef>
              <a:defRPr sz="2312">
                <a:latin typeface="ヒラギノ丸ゴ ProN W4"/>
                <a:ea typeface="ヒラギノ丸ゴ ProN W4"/>
                <a:cs typeface="ヒラギノ丸ゴ ProN W4"/>
                <a:sym typeface="ヒラギノ丸ゴ ProN W4"/>
              </a:defRPr>
            </a:pPr>
            <a:r>
              <a:t>Update</a:t>
            </a:r>
          </a:p>
          <a:p>
            <a:pPr lvl="5" marL="0" indent="777240" defTabSz="397256">
              <a:spcBef>
                <a:spcPts val="1600"/>
              </a:spcBef>
              <a:buClrTx/>
              <a:buSzTx/>
              <a:buFontTx/>
              <a:buNone/>
              <a:defRPr sz="1632">
                <a:latin typeface="ヒラギノ丸ゴ ProN W4"/>
                <a:ea typeface="ヒラギノ丸ゴ ProN W4"/>
                <a:cs typeface="ヒラギノ丸ゴ ProN W4"/>
                <a:sym typeface="ヒラギノ丸ゴ ProN W4"/>
              </a:defRPr>
            </a:pPr>
            <a:r>
              <a:t> mysql &gt; UPDATE </a:t>
            </a:r>
            <a:r>
              <a:rPr>
                <a:solidFill>
                  <a:srgbClr val="4070A0"/>
                </a:solidFill>
              </a:rPr>
              <a:t>people</a:t>
            </a:r>
            <a:r>
              <a:t> SET </a:t>
            </a:r>
            <a:r>
              <a:rPr>
                <a:solidFill>
                  <a:srgbClr val="4070A0"/>
                </a:solidFill>
              </a:rPr>
              <a:t>age</a:t>
            </a:r>
            <a:r>
              <a:t> = </a:t>
            </a:r>
            <a:r>
              <a:rPr>
                <a:solidFill>
                  <a:srgbClr val="4070A0"/>
                </a:solidFill>
              </a:rPr>
              <a:t>17</a:t>
            </a:r>
            <a:r>
              <a:t> WHERE </a:t>
            </a:r>
            <a:r>
              <a:rPr>
                <a:solidFill>
                  <a:srgbClr val="4070A0"/>
                </a:solidFill>
              </a:rPr>
              <a:t>name</a:t>
            </a:r>
            <a:r>
              <a:t> = “</a:t>
            </a:r>
            <a:r>
              <a:rPr>
                <a:solidFill>
                  <a:srgbClr val="4070A0"/>
                </a:solidFill>
              </a:rPr>
              <a:t>kenji</a:t>
            </a:r>
            <a:r>
              <a:t>”;</a:t>
            </a:r>
          </a:p>
          <a:p>
            <a:pPr lvl="5" marL="0" indent="777240" defTabSz="397256">
              <a:spcBef>
                <a:spcPts val="1600"/>
              </a:spcBef>
              <a:buClrTx/>
              <a:buSzTx/>
              <a:buFontTx/>
              <a:buNone/>
              <a:defRPr sz="1632">
                <a:latin typeface="ヒラギノ丸ゴ ProN W4"/>
                <a:ea typeface="ヒラギノ丸ゴ ProN W4"/>
                <a:cs typeface="ヒラギノ丸ゴ ProN W4"/>
                <a:sym typeface="ヒラギノ丸ゴ ProN W4"/>
              </a:defRPr>
            </a:pPr>
            <a:r>
              <a:t> mysql &gt; SELECT name,age FROM people WHERE name = “kenji”;  // Q. 結果はどうなりましたか？</a:t>
            </a:r>
          </a:p>
          <a:p>
            <a:pPr lvl="2" marL="887588" indent="-248524" defTabSz="397256">
              <a:spcBef>
                <a:spcPts val="1600"/>
              </a:spcBef>
              <a:defRPr sz="2312">
                <a:latin typeface="ヒラギノ丸ゴ ProN W4"/>
                <a:ea typeface="ヒラギノ丸ゴ ProN W4"/>
                <a:cs typeface="ヒラギノ丸ゴ ProN W4"/>
                <a:sym typeface="ヒラギノ丸ゴ ProN W4"/>
              </a:defRPr>
            </a:pPr>
            <a:r>
              <a:t>Delete</a:t>
            </a:r>
          </a:p>
          <a:p>
            <a:pPr lvl="5" marL="0" indent="777240" defTabSz="397256">
              <a:spcBef>
                <a:spcPts val="1600"/>
              </a:spcBef>
              <a:buClrTx/>
              <a:buSzTx/>
              <a:buFontTx/>
              <a:buNone/>
              <a:defRPr sz="1632">
                <a:latin typeface="ヒラギノ丸ゴ ProN W4"/>
                <a:ea typeface="ヒラギノ丸ゴ ProN W4"/>
                <a:cs typeface="ヒラギノ丸ゴ ProN W4"/>
                <a:sym typeface="ヒラギノ丸ゴ ProN W4"/>
              </a:defRPr>
            </a:pPr>
            <a:r>
              <a:t> mysql &gt; DELETE FROM </a:t>
            </a:r>
            <a:r>
              <a:rPr>
                <a:solidFill>
                  <a:srgbClr val="4070A0"/>
                </a:solidFill>
              </a:rPr>
              <a:t>people</a:t>
            </a:r>
            <a:r>
              <a:t> WHERE </a:t>
            </a:r>
            <a:r>
              <a:rPr>
                <a:solidFill>
                  <a:srgbClr val="4070A0"/>
                </a:solidFill>
              </a:rPr>
              <a:t>name</a:t>
            </a:r>
            <a:r>
              <a:t> = “</a:t>
            </a:r>
            <a:r>
              <a:rPr>
                <a:solidFill>
                  <a:srgbClr val="4070A0"/>
                </a:solidFill>
              </a:rPr>
              <a:t>kenji</a:t>
            </a:r>
            <a:r>
              <a:t>”;</a:t>
            </a:r>
          </a:p>
          <a:p>
            <a:pPr lvl="5" marL="0" indent="777240" defTabSz="397256">
              <a:spcBef>
                <a:spcPts val="1600"/>
              </a:spcBef>
              <a:buClrTx/>
              <a:buSzTx/>
              <a:buFontTx/>
              <a:buNone/>
              <a:defRPr sz="1632">
                <a:latin typeface="ヒラギノ丸ゴ ProN W4"/>
                <a:ea typeface="ヒラギノ丸ゴ ProN W4"/>
                <a:cs typeface="ヒラギノ丸ゴ ProN W4"/>
                <a:sym typeface="ヒラギノ丸ゴ ProN W4"/>
              </a:defRPr>
            </a:pPr>
            <a:r>
              <a:t> mysql &gt; SELECT count(*) FROM people;   // Q. 前回に比べ、今回のカウント結果はどうなりましたか？</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205" name="先に進める方はこちらをどうぞ"/>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先に進める方はこちらをどうぞ</a:t>
            </a:r>
          </a:p>
        </p:txBody>
      </p:sp>
      <p:sp>
        <p:nvSpPr>
          <p:cNvPr id="206" name="どこまで出来るか？ // CP#5…"/>
          <p:cNvSpPr txBox="1"/>
          <p:nvPr>
            <p:ph type="body" idx="1"/>
          </p:nvPr>
        </p:nvSpPr>
        <p:spPr>
          <a:prstGeom prst="rect">
            <a:avLst/>
          </a:prstGeom>
        </p:spPr>
        <p:txBody>
          <a:bodyPr anchor="t"/>
          <a:lstStyle/>
          <a:p>
            <a:pPr lvl="1" marL="0" indent="169163" defTabSz="432308">
              <a:spcBef>
                <a:spcPts val="1700"/>
              </a:spcBef>
              <a:buClrTx/>
              <a:buSzTx/>
              <a:buFontTx/>
              <a:buNone/>
              <a:defRPr sz="2960">
                <a:latin typeface="ヒラギノ丸ゴ ProN W4"/>
                <a:ea typeface="ヒラギノ丸ゴ ProN W4"/>
                <a:cs typeface="ヒラギノ丸ゴ ProN W4"/>
                <a:sym typeface="ヒラギノ丸ゴ ProN W4"/>
              </a:defRPr>
            </a:pPr>
            <a:r>
              <a:t>どこまで出来るか？　// </a:t>
            </a:r>
            <a:r>
              <a:rPr>
                <a:solidFill>
                  <a:srgbClr val="FF00EB"/>
                </a:solidFill>
              </a:rPr>
              <a:t>CP#5</a:t>
            </a:r>
          </a:p>
          <a:p>
            <a:pPr lvl="1" marL="868792" indent="-380096" defTabSz="432308">
              <a:spcBef>
                <a:spcPts val="1700"/>
              </a:spcBef>
              <a:buClrTx/>
              <a:buSzPct val="100000"/>
              <a:buFontTx/>
              <a:buAutoNum type="arabicPeriod" startAt="1"/>
              <a:defRPr sz="2072">
                <a:latin typeface="ヒラギノ丸ゴ ProN W4"/>
                <a:ea typeface="ヒラギノ丸ゴ ProN W4"/>
                <a:cs typeface="ヒラギノ丸ゴ ProN W4"/>
                <a:sym typeface="ヒラギノ丸ゴ ProN W4"/>
              </a:defRPr>
            </a:pPr>
            <a:r>
              <a:t>Juan Manuel Lilloさん (53) が今日からclass_of_2020に参加されます。彼をメンバーに加えるSQLを教えてください</a:t>
            </a:r>
          </a:p>
          <a:p>
            <a:pPr lvl="1" marL="868792" indent="-380096" defTabSz="432308">
              <a:spcBef>
                <a:spcPts val="1700"/>
              </a:spcBef>
              <a:buClrTx/>
              <a:buSzPct val="100000"/>
              <a:buFontTx/>
              <a:buAutoNum type="arabicPeriod" startAt="1"/>
              <a:defRPr sz="2072">
                <a:latin typeface="ヒラギノ丸ゴ ProN W4"/>
                <a:ea typeface="ヒラギノ丸ゴ ProN W4"/>
                <a:cs typeface="ヒラギノ丸ゴ ProN W4"/>
                <a:sym typeface="ヒラギノ丸ゴ ProN W4"/>
              </a:defRPr>
            </a:pPr>
            <a:r>
              <a:t>2.を実行するSQLが書けけたら、実行してください</a:t>
            </a:r>
          </a:p>
          <a:p>
            <a:pPr lvl="1" marL="868792" indent="-380096" defTabSz="432308">
              <a:spcBef>
                <a:spcPts val="1700"/>
              </a:spcBef>
              <a:buClrTx/>
              <a:buSzPct val="100000"/>
              <a:buFontTx/>
              <a:buAutoNum type="arabicPeriod" startAt="1"/>
              <a:defRPr sz="2072">
                <a:latin typeface="ヒラギノ丸ゴ ProN W4"/>
                <a:ea typeface="ヒラギノ丸ゴ ProN W4"/>
                <a:cs typeface="ヒラギノ丸ゴ ProN W4"/>
                <a:sym typeface="ヒラギノ丸ゴ ProN W4"/>
              </a:defRPr>
            </a:pPr>
            <a:r>
              <a:t>もし、3.が実行するに当たって何か問題があれば教えてください。可能であれば、その解決方法を教えてください</a:t>
            </a:r>
          </a:p>
          <a:p>
            <a:pPr lvl="1" marL="868792" indent="-380096" defTabSz="432308">
              <a:spcBef>
                <a:spcPts val="1700"/>
              </a:spcBef>
              <a:buClrTx/>
              <a:buSzPct val="100000"/>
              <a:buFontTx/>
              <a:buAutoNum type="arabicPeriod" startAt="1"/>
              <a:defRPr sz="2072">
                <a:latin typeface="ヒラギノ丸ゴ ProN W4"/>
                <a:ea typeface="ヒラギノ丸ゴ ProN W4"/>
                <a:cs typeface="ヒラギノ丸ゴ ProN W4"/>
                <a:sym typeface="ヒラギノ丸ゴ ProN W4"/>
              </a:defRPr>
            </a:pPr>
            <a:r>
              <a:t>class_of_2020 を作成したデータベースですが、暗黙のうちに設定された多数のパラメータがあります。その中の一つである「トランザクション分離レベル」を確認するSQLを調べ、実行してみてください</a:t>
            </a:r>
          </a:p>
          <a:p>
            <a:pPr lvl="1" marL="868792" indent="-380096" defTabSz="432308">
              <a:spcBef>
                <a:spcPts val="1700"/>
              </a:spcBef>
              <a:buClrTx/>
              <a:buSzPct val="100000"/>
              <a:buFontTx/>
              <a:buAutoNum type="arabicPeriod" startAt="1"/>
              <a:defRPr sz="2072">
                <a:latin typeface="ヒラギノ丸ゴ ProN W4"/>
                <a:ea typeface="ヒラギノ丸ゴ ProN W4"/>
                <a:cs typeface="ヒラギノ丸ゴ ProN W4"/>
                <a:sym typeface="ヒラギノ丸ゴ ProN W4"/>
              </a:defRPr>
            </a:pPr>
            <a:r>
              <a:t>カリキュラム中のDelete文、kenjiさんに何が起きたか日本語2文字で端的に答えてください</a:t>
            </a:r>
          </a:p>
        </p:txBody>
      </p:sp>
      <p:sp>
        <p:nvSpPr>
          <p:cNvPr id="207" name="出来た方は答えを下記URLのコメントに追記する形で書き込んで下さい…"/>
          <p:cNvSpPr txBox="1"/>
          <p:nvPr/>
        </p:nvSpPr>
        <p:spPr>
          <a:xfrm>
            <a:off x="1582532" y="8132037"/>
            <a:ext cx="9839736" cy="127635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lgn="l">
              <a:defRPr sz="2100">
                <a:solidFill>
                  <a:schemeClr val="accent5">
                    <a:hueOff val="-411174"/>
                    <a:satOff val="4030"/>
                    <a:lumOff val="-29867"/>
                  </a:schemeClr>
                </a:solidFill>
                <a:latin typeface="ヒラギノ丸ゴ ProN W4"/>
                <a:ea typeface="ヒラギノ丸ゴ ProN W4"/>
                <a:cs typeface="ヒラギノ丸ゴ ProN W4"/>
                <a:sym typeface="ヒラギノ丸ゴ ProN W4"/>
              </a:defRPr>
            </a:pPr>
            <a:r>
              <a:t>出来た方は答えを下記URLのコメントに追記する形で書き込んで下さい</a:t>
            </a:r>
          </a:p>
          <a:p>
            <a:pPr algn="l" defTabSz="457200">
              <a:lnSpc>
                <a:spcPts val="3900"/>
              </a:lnSpc>
              <a:defRPr sz="2100" u="sng">
                <a:solidFill>
                  <a:schemeClr val="accent5">
                    <a:hueOff val="-411174"/>
                    <a:satOff val="4030"/>
                    <a:lumOff val="-29867"/>
                  </a:schemeClr>
                </a:solidFill>
                <a:latin typeface="Times Roman"/>
                <a:ea typeface="Times Roman"/>
                <a:cs typeface="Times Roman"/>
                <a:sym typeface="Times Roman"/>
              </a:defRPr>
            </a:pPr>
            <a:r>
              <a:rPr>
                <a:hlinkClick r:id="rId2" invalidUrl="" action="" tgtFrame="" tooltip="" history="1" highlightClick="0" endSnd="0"/>
              </a:rPr>
              <a:t>https://gh.iiji.jp/gist/s-fukuda/ac21ebaf8fdba929e842beb7d23bc01b</a:t>
            </a:r>
            <a:r>
              <a:t>  … IIJ社員向け</a:t>
            </a:r>
          </a:p>
          <a:p>
            <a:pPr algn="l" defTabSz="457200">
              <a:lnSpc>
                <a:spcPts val="3900"/>
              </a:lnSpc>
              <a:defRPr sz="2100" u="sng">
                <a:solidFill>
                  <a:schemeClr val="accent5">
                    <a:hueOff val="-411174"/>
                    <a:satOff val="4030"/>
                    <a:lumOff val="-29867"/>
                  </a:schemeClr>
                </a:solidFill>
                <a:latin typeface="Times Roman"/>
                <a:ea typeface="Times Roman"/>
                <a:cs typeface="Times Roman"/>
                <a:sym typeface="Times Roman"/>
              </a:defRPr>
            </a:pPr>
            <a:r>
              <a:rPr>
                <a:hlinkClick r:id="rId3" invalidUrl="" action="" tgtFrame="" tooltip="" history="1" highlightClick="0" endSnd="0"/>
              </a:rPr>
              <a:t>https://gist.github.com/isfukuda/a80784ead599ed6f5537d01af216acea</a:t>
            </a:r>
            <a:r>
              <a:t>  … Group会社向け</a:t>
            </a:r>
          </a:p>
        </p:txBody>
      </p:sp>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DF5E4"/>
        </a:solidFill>
      </p:bgPr>
    </p:bg>
    <p:spTree>
      <p:nvGrpSpPr>
        <p:cNvPr id="1" name=""/>
        <p:cNvGrpSpPr/>
        <p:nvPr/>
      </p:nvGrpSpPr>
      <p:grpSpPr>
        <a:xfrm>
          <a:off x="0" y="0"/>
          <a:ext cx="0" cy="0"/>
          <a:chOff x="0" y="0"/>
          <a:chExt cx="0" cy="0"/>
        </a:xfrm>
      </p:grpSpPr>
      <p:sp>
        <p:nvSpPr>
          <p:cNvPr id="209" name="まとめ"/>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まとめ</a:t>
            </a:r>
          </a:p>
        </p:txBody>
      </p:sp>
      <p:sp>
        <p:nvSpPr>
          <p:cNvPr id="210" name="MySQLに触れてみて…"/>
          <p:cNvSpPr txBox="1"/>
          <p:nvPr>
            <p:ph type="body" idx="1"/>
          </p:nvPr>
        </p:nvSpPr>
        <p:spPr>
          <a:prstGeom prst="rect">
            <a:avLst/>
          </a:prstGeom>
        </p:spPr>
        <p:txBody>
          <a:bodyPr anchor="t"/>
          <a:lstStyle/>
          <a:p>
            <a:pPr lvl="1" marL="0" indent="210311" defTabSz="537463">
              <a:spcBef>
                <a:spcPts val="2200"/>
              </a:spcBef>
              <a:buClrTx/>
              <a:buSzTx/>
              <a:buFontTx/>
              <a:buNone/>
              <a:defRPr sz="3680">
                <a:latin typeface="ヒラギノ丸ゴ ProN W4"/>
                <a:ea typeface="ヒラギノ丸ゴ ProN W4"/>
                <a:cs typeface="ヒラギノ丸ゴ ProN W4"/>
                <a:sym typeface="ヒラギノ丸ゴ ProN W4"/>
              </a:defRPr>
            </a:pPr>
            <a:r>
              <a:t>MySQLに触れてみて</a:t>
            </a:r>
          </a:p>
          <a:p>
            <a:pPr lvl="1" marL="768547" indent="-336239" defTabSz="537463">
              <a:spcBef>
                <a:spcPts val="2200"/>
              </a:spcBef>
              <a:defRPr sz="2576">
                <a:latin typeface="ヒラギノ丸ゴ ProN W4"/>
                <a:ea typeface="ヒラギノ丸ゴ ProN W4"/>
                <a:cs typeface="ヒラギノ丸ゴ ProN W4"/>
                <a:sym typeface="ヒラギノ丸ゴ ProN W4"/>
              </a:defRPr>
            </a:pPr>
            <a:r>
              <a:t>MySQLサーバ環境準備</a:t>
            </a:r>
            <a:br/>
            <a:r>
              <a:rPr sz="1840"/>
              <a:t>便宜上、dockerでMySQLサーバ環境構築を簡略化させてもらいました。MySQL on dockerについては考慮すべきことが多々あります、この点は頭の片隅に必ず置いて覚えておいて下さい</a:t>
            </a:r>
          </a:p>
          <a:p>
            <a:pPr lvl="1" marL="768547" indent="-336239" defTabSz="537463">
              <a:spcBef>
                <a:spcPts val="2200"/>
              </a:spcBef>
              <a:defRPr sz="2576">
                <a:latin typeface="ヒラギノ丸ゴ ProN W4"/>
                <a:ea typeface="ヒラギノ丸ゴ ProN W4"/>
                <a:cs typeface="ヒラギノ丸ゴ ProN W4"/>
                <a:sym typeface="ヒラギノ丸ゴ ProN W4"/>
              </a:defRPr>
            </a:pPr>
            <a:r>
              <a:t>基本的なDatabase操作を経験</a:t>
            </a:r>
            <a:br/>
            <a:r>
              <a:rPr sz="1840"/>
              <a:t>データベースへのアクセスにはmysqlクライアントを使い、基本的な知識抜きに「実践形式」でデータベースオブジェクトを作成、それに対してQueryを実行しました</a:t>
            </a:r>
            <a:br>
              <a:rPr sz="1840"/>
            </a:br>
            <a:r>
              <a:rPr sz="1840"/>
              <a:t>なお、アプリケーション技術者を目指す方は別途、開発言語経由でデータベースの操作を行う事をお勧めします</a:t>
            </a:r>
            <a:endParaRPr sz="1840"/>
          </a:p>
          <a:p>
            <a:pPr lvl="1" marL="768547" indent="-336239" defTabSz="537463">
              <a:spcBef>
                <a:spcPts val="2200"/>
              </a:spcBef>
              <a:defRPr sz="1840">
                <a:latin typeface="ヒラギノ丸ゴ ProN W4"/>
                <a:ea typeface="ヒラギノ丸ゴ ProN W4"/>
                <a:cs typeface="ヒラギノ丸ゴ ProN W4"/>
                <a:sym typeface="ヒラギノ丸ゴ ProN W4"/>
              </a:defRPr>
            </a:pPr>
            <a:r>
              <a:rPr sz="2576"/>
              <a:t>本日触れなかった事</a:t>
            </a:r>
            <a:br/>
            <a:r>
              <a:t>- INDEXを作成したのみ、果たして効果があったのか否か (INDEX貼れば、Queryって早くなる？)</a:t>
            </a:r>
            <a:br/>
            <a:r>
              <a:t>- MySQL 5.7 で明示指定しない限りINDEXはB-tree形式になりますが、B-tree INDEXとは？</a:t>
            </a:r>
            <a:br/>
            <a:r>
              <a:t>- データベース要件に合わせた論理設計、物理設計、運用設計等々全般</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hueOff val="358805"/>
            <a:satOff val="28459"/>
            <a:lumOff val="15490"/>
          </a:schemeClr>
        </a:solidFill>
      </p:bgPr>
    </p:bg>
    <p:spTree>
      <p:nvGrpSpPr>
        <p:cNvPr id="1" name=""/>
        <p:cNvGrpSpPr/>
        <p:nvPr/>
      </p:nvGrpSpPr>
      <p:grpSpPr>
        <a:xfrm>
          <a:off x="0" y="0"/>
          <a:ext cx="0" cy="0"/>
          <a:chOff x="0" y="0"/>
          <a:chExt cx="0" cy="0"/>
        </a:xfrm>
      </p:grpSpPr>
      <p:sp>
        <p:nvSpPr>
          <p:cNvPr id="212" name="RDBMSを継続して勉強したい方むけ"/>
          <p:cNvSpPr txBox="1"/>
          <p:nvPr>
            <p:ph type="title"/>
          </p:nvPr>
        </p:nvSpPr>
        <p:spPr>
          <a:xfrm>
            <a:off x="508000" y="793750"/>
            <a:ext cx="11988800" cy="1219200"/>
          </a:xfrm>
          <a:prstGeom prst="rect">
            <a:avLst/>
          </a:prstGeom>
        </p:spPr>
        <p:txBody>
          <a:bodyPr/>
          <a:lstStyle/>
          <a:p>
            <a:pPr lvl="1" indent="208026" algn="l" defTabSz="531622">
              <a:spcBef>
                <a:spcPts val="1400"/>
              </a:spcBef>
              <a:defRPr sz="5460">
                <a:solidFill>
                  <a:srgbClr val="2B6B97"/>
                </a:solidFill>
                <a:latin typeface="ヒラギノ丸ゴ ProN W4"/>
                <a:ea typeface="ヒラギノ丸ゴ ProN W4"/>
                <a:cs typeface="ヒラギノ丸ゴ ProN W4"/>
                <a:sym typeface="ヒラギノ丸ゴ ProN W4"/>
              </a:defRPr>
            </a:pPr>
            <a:r>
              <a:t>RDBMSを継続して勉強したい方むけ </a:t>
            </a:r>
          </a:p>
        </p:txBody>
      </p:sp>
      <p:sp>
        <p:nvSpPr>
          <p:cNvPr id="213" name="RDBMSの世界、勉強する事がいっぱい…"/>
          <p:cNvSpPr txBox="1"/>
          <p:nvPr>
            <p:ph type="body" idx="1"/>
          </p:nvPr>
        </p:nvSpPr>
        <p:spPr>
          <a:prstGeom prst="rect">
            <a:avLst/>
          </a:prstGeom>
        </p:spPr>
        <p:txBody>
          <a:bodyPr anchor="t"/>
          <a:lstStyle/>
          <a:p>
            <a:pPr marL="0" indent="0">
              <a:buClrTx/>
              <a:buSzTx/>
              <a:buFontTx/>
              <a:buNone/>
              <a:defRPr sz="4000">
                <a:latin typeface="ヒラギノ丸ゴ ProN W4"/>
                <a:ea typeface="ヒラギノ丸ゴ ProN W4"/>
                <a:cs typeface="ヒラギノ丸ゴ ProN W4"/>
                <a:sym typeface="ヒラギノ丸ゴ ProN W4"/>
              </a:defRPr>
            </a:pPr>
            <a:r>
              <a:t>RDBMSの世界、勉強する事がいっぱい</a:t>
            </a:r>
          </a:p>
          <a:p>
            <a:pPr lvl="1" marL="0" indent="228600">
              <a:buClrTx/>
              <a:buSzTx/>
              <a:buFontTx/>
              <a:buNone/>
              <a:defRPr sz="3200">
                <a:latin typeface="ヒラギノ丸ゴ ProN W4"/>
                <a:ea typeface="ヒラギノ丸ゴ ProN W4"/>
                <a:cs typeface="ヒラギノ丸ゴ ProN W4"/>
                <a:sym typeface="ヒラギノ丸ゴ ProN W4"/>
              </a:defRPr>
            </a:pPr>
            <a:r>
              <a:t>今回はACID特性について取り上げ、課題と共に理解を深めます</a:t>
            </a:r>
          </a:p>
          <a:p>
            <a:pPr lvl="1" marL="757061" indent="-287161">
              <a:defRPr sz="2400">
                <a:latin typeface="ヒラギノ丸ゴ ProN W4"/>
                <a:ea typeface="ヒラギノ丸ゴ ProN W4"/>
                <a:cs typeface="ヒラギノ丸ゴ ProN W4"/>
                <a:sym typeface="ヒラギノ丸ゴ ProN W4"/>
              </a:defRPr>
            </a:pPr>
            <a:r>
              <a:t>トランザクション内の処理は，全てが実行されるか，全てが取り消されるかのいずれかである</a:t>
            </a:r>
          </a:p>
          <a:p>
            <a:pPr lvl="1" marL="757061" indent="-287161">
              <a:defRPr sz="2400">
                <a:latin typeface="ヒラギノ丸ゴ ProN W4"/>
                <a:ea typeface="ヒラギノ丸ゴ ProN W4"/>
                <a:cs typeface="ヒラギノ丸ゴ ProN W4"/>
                <a:sym typeface="ヒラギノ丸ゴ ProN W4"/>
              </a:defRPr>
            </a:pPr>
            <a:r>
              <a:t>同じデータベースに対する同一処理は，何度実行しても結果は同じである</a:t>
            </a:r>
          </a:p>
          <a:p>
            <a:pPr lvl="1" marL="757061" indent="-287161">
              <a:defRPr sz="2400">
                <a:latin typeface="ヒラギノ丸ゴ ProN W4"/>
                <a:ea typeface="ヒラギノ丸ゴ ProN W4"/>
                <a:cs typeface="ヒラギノ丸ゴ ProN W4"/>
                <a:sym typeface="ヒラギノ丸ゴ ProN W4"/>
              </a:defRPr>
            </a:pPr>
            <a:r>
              <a:t>トランザクションの処理結果は，他のトランザクション処理の影響を受けない</a:t>
            </a:r>
          </a:p>
          <a:p>
            <a:pPr lvl="1" marL="757061" indent="-287161">
              <a:defRPr sz="2400">
                <a:latin typeface="ヒラギノ丸ゴ ProN W4"/>
                <a:ea typeface="ヒラギノ丸ゴ ProN W4"/>
                <a:cs typeface="ヒラギノ丸ゴ ProN W4"/>
                <a:sym typeface="ヒラギノ丸ゴ ProN W4"/>
              </a:defRPr>
            </a:pPr>
            <a:r>
              <a:t>トランザクション完了後、ハードウェア障害が発生しても，更新されたデータベースの内容は保証される</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hueOff val="358805"/>
            <a:satOff val="28459"/>
            <a:lumOff val="15490"/>
          </a:schemeClr>
        </a:solidFill>
      </p:bgPr>
    </p:bg>
    <p:spTree>
      <p:nvGrpSpPr>
        <p:cNvPr id="1" name=""/>
        <p:cNvGrpSpPr/>
        <p:nvPr/>
      </p:nvGrpSpPr>
      <p:grpSpPr>
        <a:xfrm>
          <a:off x="0" y="0"/>
          <a:ext cx="0" cy="0"/>
          <a:chOff x="0" y="0"/>
          <a:chExt cx="0" cy="0"/>
        </a:xfrm>
      </p:grpSpPr>
      <p:sp>
        <p:nvSpPr>
          <p:cNvPr id="215" name="補足課題 その1"/>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補足課題 その1</a:t>
            </a:r>
          </a:p>
        </p:txBody>
      </p:sp>
      <p:sp>
        <p:nvSpPr>
          <p:cNvPr id="216" name="RDBMSがデータベースの更新に対して保証すべきAtomicityの単位は次のうちどれか？…"/>
          <p:cNvSpPr txBox="1"/>
          <p:nvPr>
            <p:ph type="body" idx="1"/>
          </p:nvPr>
        </p:nvSpPr>
        <p:spPr>
          <a:prstGeom prst="rect">
            <a:avLst/>
          </a:prstGeom>
        </p:spPr>
        <p:txBody>
          <a:bodyPr anchor="t"/>
          <a:lstStyle/>
          <a:p>
            <a:pPr lvl="1" marL="0" indent="228600">
              <a:buClrTx/>
              <a:buSzTx/>
              <a:buFontTx/>
              <a:buNone/>
              <a:defRPr sz="4000">
                <a:latin typeface="ヒラギノ丸ゴ ProN W4"/>
                <a:ea typeface="ヒラギノ丸ゴ ProN W4"/>
                <a:cs typeface="ヒラギノ丸ゴ ProN W4"/>
                <a:sym typeface="ヒラギノ丸ゴ ProN W4"/>
              </a:defRPr>
            </a:pPr>
            <a:r>
              <a:t>RDBMSがデータベースの</a:t>
            </a:r>
            <a:r>
              <a:rPr>
                <a:solidFill>
                  <a:schemeClr val="accent5">
                    <a:hueOff val="-411174"/>
                    <a:satOff val="4030"/>
                    <a:lumOff val="-29867"/>
                  </a:schemeClr>
                </a:solidFill>
              </a:rPr>
              <a:t>更新</a:t>
            </a:r>
            <a:r>
              <a:t>に対して保証すべきAtomicityの単位は次のうちどれか？</a:t>
            </a:r>
          </a:p>
          <a:p>
            <a:pPr lvl="1" marL="1174044" indent="-513644">
              <a:buClrTx/>
              <a:buSzPct val="100000"/>
              <a:buFontTx/>
              <a:buAutoNum type="arabicPeriod" startAt="1"/>
              <a:defRPr sz="2800">
                <a:latin typeface="ヒラギノ丸ゴ ProN W4"/>
                <a:ea typeface="ヒラギノ丸ゴ ProN W4"/>
                <a:cs typeface="ヒラギノ丸ゴ ProN W4"/>
                <a:sym typeface="ヒラギノ丸ゴ ProN W4"/>
              </a:defRPr>
            </a:pPr>
            <a:r>
              <a:t>RDBMSの起動から停止まで</a:t>
            </a:r>
          </a:p>
          <a:p>
            <a:pPr lvl="1" marL="1174044" indent="-513644">
              <a:buClrTx/>
              <a:buSzPct val="100000"/>
              <a:buFontTx/>
              <a:buAutoNum type="arabicPeriod" startAt="1"/>
              <a:defRPr sz="2800">
                <a:latin typeface="ヒラギノ丸ゴ ProN W4"/>
                <a:ea typeface="ヒラギノ丸ゴ ProN W4"/>
                <a:cs typeface="ヒラギノ丸ゴ ProN W4"/>
                <a:sym typeface="ヒラギノ丸ゴ ProN W4"/>
              </a:defRPr>
            </a:pPr>
            <a:r>
              <a:t>データベースのバックアップ取得から媒体障害の発生時点まで</a:t>
            </a:r>
          </a:p>
          <a:p>
            <a:pPr lvl="1" marL="1174044" indent="-513644">
              <a:buClrTx/>
              <a:buSzPct val="100000"/>
              <a:buFontTx/>
              <a:buAutoNum type="arabicPeriod" startAt="1"/>
              <a:defRPr sz="2800">
                <a:latin typeface="ヒラギノ丸ゴ ProN W4"/>
                <a:ea typeface="ヒラギノ丸ゴ ProN W4"/>
                <a:cs typeface="ヒラギノ丸ゴ ProN W4"/>
                <a:sym typeface="ヒラギノ丸ゴ ProN W4"/>
              </a:defRPr>
            </a:pPr>
            <a:r>
              <a:t>トランザクション開始からコミット又はロールバックまで</a:t>
            </a:r>
          </a:p>
          <a:p>
            <a:pPr lvl="1" marL="1174044" indent="-513644">
              <a:buClrTx/>
              <a:buSzPct val="100000"/>
              <a:buFontTx/>
              <a:buAutoNum type="arabicPeriod" startAt="1"/>
              <a:defRPr sz="2800">
                <a:latin typeface="ヒラギノ丸ゴ ProN W4"/>
                <a:ea typeface="ヒラギノ丸ゴ ProN W4"/>
                <a:cs typeface="ヒラギノ丸ゴ ProN W4"/>
                <a:sym typeface="ヒラギノ丸ゴ ProN W4"/>
              </a:defRPr>
            </a:pPr>
            <a:r>
              <a:t>チェックポイントから次のチェックポイントまで</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hueOff val="358805"/>
            <a:satOff val="28459"/>
            <a:lumOff val="15490"/>
          </a:schemeClr>
        </a:solidFill>
      </p:bgPr>
    </p:bg>
    <p:spTree>
      <p:nvGrpSpPr>
        <p:cNvPr id="1" name=""/>
        <p:cNvGrpSpPr/>
        <p:nvPr/>
      </p:nvGrpSpPr>
      <p:grpSpPr>
        <a:xfrm>
          <a:off x="0" y="0"/>
          <a:ext cx="0" cy="0"/>
          <a:chOff x="0" y="0"/>
          <a:chExt cx="0" cy="0"/>
        </a:xfrm>
      </p:grpSpPr>
      <p:sp>
        <p:nvSpPr>
          <p:cNvPr id="218" name="補足課題 その2"/>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補足課題 その2</a:t>
            </a:r>
          </a:p>
        </p:txBody>
      </p:sp>
      <p:sp>
        <p:nvSpPr>
          <p:cNvPr id="219" name="MySQL 5.7 (InnoDB) トランザクション分離レベルのデフォルト値の特徴を述べたものは次のどれが適当か？…"/>
          <p:cNvSpPr txBox="1"/>
          <p:nvPr>
            <p:ph type="body" idx="1"/>
          </p:nvPr>
        </p:nvSpPr>
        <p:spPr>
          <a:prstGeom prst="rect">
            <a:avLst/>
          </a:prstGeom>
        </p:spPr>
        <p:txBody>
          <a:bodyPr anchor="t"/>
          <a:lstStyle/>
          <a:p>
            <a:pPr lvl="1" marL="0" indent="210311" defTabSz="537463">
              <a:spcBef>
                <a:spcPts val="2200"/>
              </a:spcBef>
              <a:buClrTx/>
              <a:buSzTx/>
              <a:buFontTx/>
              <a:buNone/>
              <a:defRPr sz="3680">
                <a:latin typeface="ヒラギノ丸ゴ ProN W4"/>
                <a:ea typeface="ヒラギノ丸ゴ ProN W4"/>
                <a:cs typeface="ヒラギノ丸ゴ ProN W4"/>
                <a:sym typeface="ヒラギノ丸ゴ ProN W4"/>
              </a:defRPr>
            </a:pPr>
            <a:r>
              <a:t>MySQL 5.7 (InnoDB) トランザクション分離レベルのデフォルト値の特徴を述べたものは次のどれが適当か？</a:t>
            </a:r>
          </a:p>
          <a:p>
            <a:pPr lvl="1" marL="1080120" indent="-472552" defTabSz="537463">
              <a:spcBef>
                <a:spcPts val="2200"/>
              </a:spcBef>
              <a:buClrTx/>
              <a:buSzPct val="100000"/>
              <a:buFontTx/>
              <a:buAutoNum type="arabicPeriod" startAt="1"/>
              <a:defRPr sz="2576">
                <a:latin typeface="ヒラギノ丸ゴ ProN W4"/>
                <a:ea typeface="ヒラギノ丸ゴ ProN W4"/>
                <a:cs typeface="ヒラギノ丸ゴ ProN W4"/>
                <a:sym typeface="ヒラギノ丸ゴ ProN W4"/>
              </a:defRPr>
            </a:pPr>
            <a:r>
              <a:t>Serializable でもっとも分離レベルが高いが一方、パフォーマンスが犠牲になることもしばしばある</a:t>
            </a:r>
          </a:p>
          <a:p>
            <a:pPr lvl="1" marL="1080120" indent="-472552" defTabSz="537463">
              <a:spcBef>
                <a:spcPts val="2200"/>
              </a:spcBef>
              <a:buClrTx/>
              <a:buSzPct val="100000"/>
              <a:buFontTx/>
              <a:buAutoNum type="arabicPeriod" startAt="1"/>
              <a:defRPr sz="2576">
                <a:latin typeface="ヒラギノ丸ゴ ProN W4"/>
                <a:ea typeface="ヒラギノ丸ゴ ProN W4"/>
                <a:cs typeface="ヒラギノ丸ゴ ProN W4"/>
                <a:sym typeface="ヒラギノ丸ゴ ProN W4"/>
              </a:defRPr>
            </a:pPr>
            <a:r>
              <a:t>Read Committed なのでダーティーリードは起きないが、コミットデータが他のトランザクションから参照される</a:t>
            </a:r>
          </a:p>
          <a:p>
            <a:pPr lvl="1" marL="1080120" indent="-472552" defTabSz="537463">
              <a:spcBef>
                <a:spcPts val="2200"/>
              </a:spcBef>
              <a:buClrTx/>
              <a:buSzPct val="100000"/>
              <a:buFontTx/>
              <a:buAutoNum type="arabicPeriod" startAt="1"/>
              <a:defRPr sz="2576">
                <a:latin typeface="ヒラギノ丸ゴ ProN W4"/>
                <a:ea typeface="ヒラギノ丸ゴ ProN W4"/>
                <a:cs typeface="ヒラギノ丸ゴ ProN W4"/>
                <a:sym typeface="ヒラギノ丸ゴ ProN W4"/>
              </a:defRPr>
            </a:pPr>
            <a:r>
              <a:t>Repetable Read でトランザクション中、読み取り一貫性が得られる</a:t>
            </a:r>
          </a:p>
          <a:p>
            <a:pPr lvl="1" marL="1080120" indent="-472552" defTabSz="537463">
              <a:spcBef>
                <a:spcPts val="2200"/>
              </a:spcBef>
              <a:buClrTx/>
              <a:buSzPct val="100000"/>
              <a:buFontTx/>
              <a:buAutoNum type="arabicPeriod" startAt="1"/>
              <a:defRPr sz="2576">
                <a:latin typeface="ヒラギノ丸ゴ ProN W4"/>
                <a:ea typeface="ヒラギノ丸ゴ ProN W4"/>
                <a:cs typeface="ヒラギノ丸ゴ ProN W4"/>
                <a:sym typeface="ヒラギノ丸ゴ ProN W4"/>
              </a:defRPr>
            </a:pPr>
            <a:r>
              <a:t>Read Uncommited なので、ダーティーリードが起きるが全体的なパフォーマンスを考慮した結果と言える</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hueOff val="358805"/>
            <a:satOff val="28459"/>
            <a:lumOff val="15490"/>
          </a:schemeClr>
        </a:solidFill>
      </p:bgPr>
    </p:bg>
    <p:spTree>
      <p:nvGrpSpPr>
        <p:cNvPr id="1" name=""/>
        <p:cNvGrpSpPr/>
        <p:nvPr/>
      </p:nvGrpSpPr>
      <p:grpSpPr>
        <a:xfrm>
          <a:off x="0" y="0"/>
          <a:ext cx="0" cy="0"/>
          <a:chOff x="0" y="0"/>
          <a:chExt cx="0" cy="0"/>
        </a:xfrm>
      </p:grpSpPr>
      <p:sp>
        <p:nvSpPr>
          <p:cNvPr id="221" name="補足課題 その3"/>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補足課題 その3</a:t>
            </a:r>
          </a:p>
        </p:txBody>
      </p:sp>
      <p:sp>
        <p:nvSpPr>
          <p:cNvPr id="222" name="トランザクション分離レベルのRead Uncommitedがハマるケースがあるとすれば次のどれが適当か？…"/>
          <p:cNvSpPr txBox="1"/>
          <p:nvPr>
            <p:ph type="body" idx="1"/>
          </p:nvPr>
        </p:nvSpPr>
        <p:spPr>
          <a:prstGeom prst="rect">
            <a:avLst/>
          </a:prstGeom>
        </p:spPr>
        <p:txBody>
          <a:bodyPr anchor="t"/>
          <a:lstStyle/>
          <a:p>
            <a:pPr lvl="1" marL="0" indent="217170" defTabSz="554990">
              <a:spcBef>
                <a:spcPts val="2200"/>
              </a:spcBef>
              <a:buClrTx/>
              <a:buSzTx/>
              <a:buFontTx/>
              <a:buNone/>
              <a:defRPr sz="3800">
                <a:latin typeface="ヒラギノ丸ゴ ProN W4"/>
                <a:ea typeface="ヒラギノ丸ゴ ProN W4"/>
                <a:cs typeface="ヒラギノ丸ゴ ProN W4"/>
                <a:sym typeface="ヒラギノ丸ゴ ProN W4"/>
              </a:defRPr>
            </a:pPr>
            <a:r>
              <a:t>トランザクション分離レベルのRead Uncommitedがハマるケースがあるとすれば次のどれが適当か？</a:t>
            </a:r>
          </a:p>
          <a:p>
            <a:pPr lvl="1" marL="1115342" indent="-487962" defTabSz="554990">
              <a:spcBef>
                <a:spcPts val="2200"/>
              </a:spcBef>
              <a:buClrTx/>
              <a:buSzPct val="100000"/>
              <a:buFontTx/>
              <a:buAutoNum type="arabicPeriod" startAt="1"/>
              <a:defRPr sz="2660">
                <a:latin typeface="ヒラギノ丸ゴ ProN W4"/>
                <a:ea typeface="ヒラギノ丸ゴ ProN W4"/>
                <a:cs typeface="ヒラギノ丸ゴ ProN W4"/>
                <a:sym typeface="ヒラギノ丸ゴ ProN W4"/>
              </a:defRPr>
            </a:pPr>
            <a:r>
              <a:t>時系列データかつ過去のデータが更新されたり、削除される事が無いデータであり、パフォーマンス要件も高い為に採用</a:t>
            </a:r>
          </a:p>
          <a:p>
            <a:pPr lvl="1" marL="1115342" indent="-487962" defTabSz="554990">
              <a:spcBef>
                <a:spcPts val="2200"/>
              </a:spcBef>
              <a:buClrTx/>
              <a:buSzPct val="100000"/>
              <a:buFontTx/>
              <a:buAutoNum type="arabicPeriod" startAt="1"/>
              <a:defRPr sz="2660">
                <a:latin typeface="ヒラギノ丸ゴ ProN W4"/>
                <a:ea typeface="ヒラギノ丸ゴ ProN W4"/>
                <a:cs typeface="ヒラギノ丸ゴ ProN W4"/>
                <a:sym typeface="ヒラギノ丸ゴ ProN W4"/>
              </a:defRPr>
            </a:pPr>
            <a:r>
              <a:t>データ「操作」の信頼性がかなり下がるリスクを抱えても一貫性あるデータを可能な限り保証しなければならない</a:t>
            </a:r>
          </a:p>
          <a:p>
            <a:pPr lvl="1" marL="1115342" indent="-487962" defTabSz="554990">
              <a:spcBef>
                <a:spcPts val="2200"/>
              </a:spcBef>
              <a:buClrTx/>
              <a:buSzPct val="100000"/>
              <a:buFontTx/>
              <a:buAutoNum type="arabicPeriod" startAt="1"/>
              <a:defRPr sz="2660">
                <a:latin typeface="ヒラギノ丸ゴ ProN W4"/>
                <a:ea typeface="ヒラギノ丸ゴ ProN W4"/>
                <a:cs typeface="ヒラギノ丸ゴ ProN W4"/>
                <a:sym typeface="ヒラギノ丸ゴ ProN W4"/>
              </a:defRPr>
            </a:pPr>
            <a:r>
              <a:t>トランザクション中、読み取り一貫性が必須</a:t>
            </a:r>
          </a:p>
          <a:p>
            <a:pPr lvl="1" marL="1115342" indent="-487962" defTabSz="554990">
              <a:spcBef>
                <a:spcPts val="2200"/>
              </a:spcBef>
              <a:buClrTx/>
              <a:buSzPct val="100000"/>
              <a:buFontTx/>
              <a:buAutoNum type="arabicPeriod" startAt="1"/>
              <a:defRPr sz="2660">
                <a:latin typeface="ヒラギノ丸ゴ ProN W4"/>
                <a:ea typeface="ヒラギノ丸ゴ ProN W4"/>
                <a:cs typeface="ヒラギノ丸ゴ ProN W4"/>
                <a:sym typeface="ヒラギノ丸ゴ ProN W4"/>
              </a:defRPr>
            </a:pPr>
            <a:r>
              <a:t>アプリトップ画面に表示する素材に使うデータ(概要把握に使う数字)で都度更新すれば良いので、とにかく素早く表示したい</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chemeClr val="accent5">
            <a:hueOff val="358805"/>
            <a:satOff val="28459"/>
            <a:lumOff val="15490"/>
          </a:schemeClr>
        </a:solidFill>
      </p:bgPr>
    </p:bg>
    <p:spTree>
      <p:nvGrpSpPr>
        <p:cNvPr id="1" name=""/>
        <p:cNvGrpSpPr/>
        <p:nvPr/>
      </p:nvGrpSpPr>
      <p:grpSpPr>
        <a:xfrm>
          <a:off x="0" y="0"/>
          <a:ext cx="0" cy="0"/>
          <a:chOff x="0" y="0"/>
          <a:chExt cx="0" cy="0"/>
        </a:xfrm>
      </p:grpSpPr>
      <p:sp>
        <p:nvSpPr>
          <p:cNvPr id="224" name="その他"/>
          <p:cNvSpPr txBox="1"/>
          <p:nvPr>
            <p:ph type="title"/>
          </p:nvPr>
        </p:nvSpPr>
        <p:spPr>
          <a:xfrm>
            <a:off x="508000" y="793750"/>
            <a:ext cx="11988800" cy="1219200"/>
          </a:xfrm>
          <a:prstGeom prst="rect">
            <a:avLst/>
          </a:prstGeom>
        </p:spPr>
        <p:txBody>
          <a:bodyPr/>
          <a:lstStyle/>
          <a:p>
            <a:pPr lvl="1" algn="l">
              <a:defRPr sz="6000">
                <a:solidFill>
                  <a:srgbClr val="2B6B97"/>
                </a:solidFill>
                <a:latin typeface="ヒラギノ丸ゴ ProN W4"/>
                <a:ea typeface="ヒラギノ丸ゴ ProN W4"/>
                <a:cs typeface="ヒラギノ丸ゴ ProN W4"/>
                <a:sym typeface="ヒラギノ丸ゴ ProN W4"/>
              </a:defRPr>
            </a:pPr>
            <a:r>
              <a:t>その他</a:t>
            </a:r>
          </a:p>
        </p:txBody>
      </p:sp>
      <p:sp>
        <p:nvSpPr>
          <p:cNvPr id="225" name="SQL/Queryをたくさん書く 基本はSQL/Queryです、これ無くして何も始まらない。何が「正しい」SQL/Queryなのか？常に意識して描きましょう…"/>
          <p:cNvSpPr txBox="1"/>
          <p:nvPr>
            <p:ph type="body" idx="1"/>
          </p:nvPr>
        </p:nvSpPr>
        <p:spPr>
          <a:prstGeom prst="rect">
            <a:avLst/>
          </a:prstGeom>
        </p:spPr>
        <p:txBody>
          <a:bodyPr anchor="t"/>
          <a:lstStyle/>
          <a:p>
            <a:pPr lvl="1" marL="559703" indent="-244870" defTabSz="391414">
              <a:spcBef>
                <a:spcPts val="1600"/>
              </a:spcBef>
              <a:defRPr sz="1876">
                <a:latin typeface="ヒラギノ丸ゴ ProN W4"/>
                <a:ea typeface="ヒラギノ丸ゴ ProN W4"/>
                <a:cs typeface="ヒラギノ丸ゴ ProN W4"/>
                <a:sym typeface="ヒラギノ丸ゴ ProN W4"/>
              </a:defRPr>
            </a:pPr>
            <a:r>
              <a:t>SQL/Queryをたくさん書く</a:t>
            </a:r>
            <a:br/>
            <a:r>
              <a:t>基本はSQL/Queryです、これ無くして何も始まらない。何が「正しい」SQL/Queryなのか？常に意識して描きましょう</a:t>
            </a:r>
          </a:p>
          <a:p>
            <a:pPr lvl="1" marL="559703" indent="-244870" defTabSz="391414">
              <a:spcBef>
                <a:spcPts val="1600"/>
              </a:spcBef>
              <a:defRPr sz="1876">
                <a:latin typeface="ヒラギノ丸ゴ ProN W4"/>
                <a:ea typeface="ヒラギノ丸ゴ ProN W4"/>
                <a:cs typeface="ヒラギノ丸ゴ ProN W4"/>
                <a:sym typeface="ヒラギノ丸ゴ ProN W4"/>
              </a:defRPr>
            </a:pPr>
            <a:r>
              <a:t>トランザクション分離レベル、もっと深掘りしたい</a:t>
            </a:r>
            <a:br/>
            <a:r>
              <a:t>「A Critique of ANSI SQL Isolation Levels」の論文を読む</a:t>
            </a:r>
          </a:p>
          <a:p>
            <a:pPr lvl="1" marL="559703" indent="-244870" defTabSz="391414">
              <a:spcBef>
                <a:spcPts val="1600"/>
              </a:spcBef>
              <a:defRPr sz="1876">
                <a:latin typeface="ヒラギノ丸ゴ ProN W4"/>
                <a:ea typeface="ヒラギノ丸ゴ ProN W4"/>
                <a:cs typeface="ヒラギノ丸ゴ ProN W4"/>
                <a:sym typeface="ヒラギノ丸ゴ ProN W4"/>
              </a:defRPr>
            </a:pPr>
            <a:r>
              <a:t>”Hybrid”なデータベース要件に対応するデータベース管理者(DBA)</a:t>
            </a:r>
            <a:br/>
            <a:r>
              <a:t>何を最優先にするのか？何をDBAとして「守る」のか、を常に見極める</a:t>
            </a:r>
            <a:br/>
            <a:r>
              <a:t>　</a:t>
            </a:r>
            <a:r>
              <a:rPr u="sng"/>
              <a:t>DBAの現場</a:t>
            </a:r>
            <a:r>
              <a:t>：</a:t>
            </a:r>
            <a:br/>
            <a:r>
              <a:t>　　「更新され続けるData、Queryは不特定多数かつ同時多発的</a:t>
            </a:r>
            <a:r>
              <a:rPr>
                <a:solidFill>
                  <a:srgbClr val="6E1BFF"/>
                </a:solidFill>
              </a:rPr>
              <a:t>・だがパフォーマンスは落とすな</a:t>
            </a:r>
            <a:r>
              <a:t>！」</a:t>
            </a:r>
            <a:br/>
            <a:r>
              <a:t>　　「</a:t>
            </a:r>
            <a:r>
              <a:rPr>
                <a:solidFill>
                  <a:srgbClr val="F500FF"/>
                </a:solidFill>
              </a:rPr>
              <a:t>DB止めるな</a:t>
            </a:r>
            <a:r>
              <a:t>」</a:t>
            </a:r>
          </a:p>
          <a:p>
            <a:pPr lvl="1" marL="594684" indent="-279851" defTabSz="391414">
              <a:spcBef>
                <a:spcPts val="1600"/>
              </a:spcBef>
              <a:defRPr sz="1876">
                <a:latin typeface="ヒラギノ丸ゴ ProN W4"/>
                <a:ea typeface="ヒラギノ丸ゴ ProN W4"/>
                <a:cs typeface="ヒラギノ丸ゴ ProN W4"/>
                <a:sym typeface="ヒラギノ丸ゴ ProN W4"/>
              </a:defRPr>
            </a:pPr>
            <a:r>
              <a:rPr sz="2144"/>
              <a:t>MySQL 8.0 (筆者も未体験ゾーン)</a:t>
            </a:r>
            <a:br/>
            <a:r>
              <a:t>「InnoDB Cluster 」</a:t>
            </a:r>
            <a:br/>
            <a:r>
              <a:t>「ドキュメントストア」</a:t>
            </a:r>
            <a:br/>
            <a:r>
              <a:t>「Window関数のサポート」… etc </a:t>
            </a:r>
          </a:p>
        </p:txBody>
      </p:sp>
    </p:spTree>
  </p:cSld>
  <p:clrMapOvr>
    <a:masterClrMapping/>
  </p:clrMapOvr>
  <p:transition xmlns:p14="http://schemas.microsoft.com/office/powerpoint/2010/main" spd="med" advClick="1"/>
</p:sld>
</file>

<file path=ppt/theme/_rels/theme1.xml.rels><?xml version="1.0" encoding="UTF-8"?>
<Relationships xmlns="http://schemas.openxmlformats.org/package/2006/relationships"><Relationship Id="rId1" Type="http://schemas.openxmlformats.org/officeDocument/2006/relationships/image" Target="../media/image1.png"/></Relationships>

</file>

<file path=ppt/theme/_rels/theme2.xml.rels><?xml version="1.0" encoding="UTF-8"?>
<Relationships xmlns="http://schemas.openxmlformats.org/package/2006/relationships"><Relationship Id="rId1" Type="http://schemas.openxmlformats.org/officeDocument/2006/relationships/image" Target="../media/image2.png"/></Relationships>

</file>

<file path=ppt/theme/theme1.xml><?xml version="1.0" encoding="utf-8"?>
<a:theme xmlns:a="http://schemas.openxmlformats.org/drawingml/2006/main" xmlns:r="http://schemas.openxmlformats.org/officeDocument/2006/relationships" name="New_Template4">
  <a:themeElements>
    <a:clrScheme name="New_Template4">
      <a:dk1>
        <a:srgbClr val="414141"/>
      </a:dk1>
      <a:lt1>
        <a:srgbClr val="004141"/>
      </a:lt1>
      <a:dk2>
        <a:srgbClr val="66635F"/>
      </a:dk2>
      <a:lt2>
        <a:srgbClr val="C9C3BA"/>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New_Template4">
      <a:majorFont>
        <a:latin typeface="Bodoni SvtyTwo ITC TT-Book"/>
        <a:ea typeface="Bodoni SvtyTwo ITC TT-Book"/>
        <a:cs typeface="Bodoni SvtyTwo ITC TT-Book"/>
      </a:majorFont>
      <a:minorFont>
        <a:latin typeface="Bodoni SvtyTwo ITC TT-Book"/>
        <a:ea typeface="Bodoni SvtyTwo ITC TT-Book"/>
        <a:cs typeface="Bodoni SvtyTwo ITC TT-Book"/>
      </a:minorFont>
    </a:fontScheme>
    <a:fmtScheme name="New_Template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outerShdw sx="100000" sy="100000" kx="0" ky="0" algn="b" rotWithShape="0" blurRad="25400" dist="33948" dir="2700000">
                <a:srgbClr val="3B3936"/>
              </a:outerShdw>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414141"/>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New_Template4">
  <a:themeElements>
    <a:clrScheme name="New_Template4">
      <a:dk1>
        <a:srgbClr val="000000"/>
      </a:dk1>
      <a:lt1>
        <a:srgbClr val="FFFFFF"/>
      </a:lt1>
      <a:dk2>
        <a:srgbClr val="66635F"/>
      </a:dk2>
      <a:lt2>
        <a:srgbClr val="C9C3BA"/>
      </a:lt2>
      <a:accent1>
        <a:srgbClr val="738FAF"/>
      </a:accent1>
      <a:accent2>
        <a:srgbClr val="74B6A8"/>
      </a:accent2>
      <a:accent3>
        <a:srgbClr val="A0AA69"/>
      </a:accent3>
      <a:accent4>
        <a:srgbClr val="CBA968"/>
      </a:accent4>
      <a:accent5>
        <a:srgbClr val="D08A7A"/>
      </a:accent5>
      <a:accent6>
        <a:srgbClr val="9E95A9"/>
      </a:accent6>
      <a:hlink>
        <a:srgbClr val="0000FF"/>
      </a:hlink>
      <a:folHlink>
        <a:srgbClr val="FF00FF"/>
      </a:folHlink>
    </a:clrScheme>
    <a:fontScheme name="New_Template4">
      <a:majorFont>
        <a:latin typeface="Bodoni SvtyTwo ITC TT-Book"/>
        <a:ea typeface="Bodoni SvtyTwo ITC TT-Book"/>
        <a:cs typeface="Bodoni SvtyTwo ITC TT-Book"/>
      </a:majorFont>
      <a:minorFont>
        <a:latin typeface="Bodoni SvtyTwo ITC TT-Book"/>
        <a:ea typeface="Bodoni SvtyTwo ITC TT-Book"/>
        <a:cs typeface="Bodoni SvtyTwo ITC TT-Book"/>
      </a:minorFont>
    </a:fontScheme>
    <a:fmtScheme name="New_Template4">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lipFill rotWithShape="1">
          <a:blip r:embed="rId1"/>
          <a:srcRect l="0" t="0" r="0" b="0"/>
          <a:tile tx="0" ty="0" sx="100000" sy="100000" flip="none" algn="tl"/>
        </a:blip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FFFFFF"/>
            </a:solidFill>
            <a:effectLst>
              <a:outerShdw sx="100000" sy="100000" kx="0" ky="0" algn="b" rotWithShape="0" blurRad="25400" dist="33948" dir="2700000">
                <a:srgbClr val="3B3936"/>
              </a:outerShdw>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414141"/>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584200" rtl="0" fontAlgn="auto" latinLnBrk="0" hangingPunct="0">
          <a:lnSpc>
            <a:spcPct val="100000"/>
          </a:lnSpc>
          <a:spcBef>
            <a:spcPts val="0"/>
          </a:spcBef>
          <a:spcAft>
            <a:spcPts val="0"/>
          </a:spcAft>
          <a:buClrTx/>
          <a:buSzTx/>
          <a:buFontTx/>
          <a:buNone/>
          <a:tabLst/>
          <a:defRPr b="0" baseline="0" cap="none" i="0" spc="0" strike="noStrike" sz="2400" u="none" kumimoji="0" normalizeH="0">
            <a:ln>
              <a:noFill/>
            </a:ln>
            <a:solidFill>
              <a:srgbClr val="414141"/>
            </a:solidFill>
            <a:effectLst/>
            <a:uFillTx/>
            <a:latin typeface="Palatino"/>
            <a:ea typeface="Palatino"/>
            <a:cs typeface="Palatino"/>
            <a:sym typeface="Palatino"/>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